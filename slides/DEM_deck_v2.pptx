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5" r:id="rId4"/>
  </p:sldMasterIdLst>
  <p:notesMasterIdLst>
    <p:notesMasterId r:id="rId5"/>
  </p:notesMasterIdLst>
  <p:sldIdLst>
    <p:sldId id="256" r:id="rId6"/>
    <p:sldId id="257" r:id="rId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Lst>
  <p:sldSz cy="5143500" cx="9144000"/>
  <p:notesSz cx="6858000" cy="9144000"/>
  <p:embeddedFontLst>
    <p:embeddedFont>
      <p:font typeface="Montserrat SemiBold"/>
      <p:regular r:id="rId8"/>
      <p:bold r:id="rId9"/>
      <p:italic r:id="rId10"/>
      <p:boldItalic r:id="rId11"/>
    </p:embeddedFont>
    <p:embeddedFont>
      <p:font typeface="Montserrat"/>
      <p:regular r:id="rId12"/>
      <p:bold r:id="rId13"/>
      <p:italic r:id="rId14"/>
      <p:boldItalic r:id="rId15"/>
    </p:embeddedFont>
    <p:embeddedFont>
      <p:font typeface="Frank Ruhl Libre"/>
      <p:regular r:id="rId16"/>
      <p:bold r:id="rId1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font" Target="fonts/MontserratSemiBold-regular.fntdata"/><Relationship Id="rId9" Type="http://schemas.openxmlformats.org/officeDocument/2006/relationships/font" Target="fonts/MontserratSemiBold-bold.fntdata"/><Relationship Id="rId10" Type="http://schemas.openxmlformats.org/officeDocument/2006/relationships/font" Target="fonts/MontserratSemiBold-italic.fntdata"/><Relationship Id="rId11" Type="http://schemas.openxmlformats.org/officeDocument/2006/relationships/font" Target="fonts/MontserratSemiBold-boldItalic.fntdata"/><Relationship Id="rId12" Type="http://schemas.openxmlformats.org/officeDocument/2006/relationships/font" Target="fonts/Montserrat-regular.fntdata"/><Relationship Id="rId13" Type="http://schemas.openxmlformats.org/officeDocument/2006/relationships/font" Target="fonts/Montserrat-bold.fntdata"/><Relationship Id="rId14" Type="http://schemas.openxmlformats.org/officeDocument/2006/relationships/font" Target="fonts/Montserrat-italic.fntdata"/><Relationship Id="rId15" Type="http://schemas.openxmlformats.org/officeDocument/2006/relationships/font" Target="fonts/Montserrat-boldItalic.fntdata"/><Relationship Id="rId16" Type="http://schemas.openxmlformats.org/officeDocument/2006/relationships/font" Target="fonts/FrankRuhlLibre-regular.fntdata"/><Relationship Id="rId17" Type="http://schemas.openxmlformats.org/officeDocument/2006/relationships/font" Target="fonts/FrankRuhlLibre-bold.fntdata"/><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a:t>BP multi-peak recall by model size</a:t>
            </a:r>
          </a:p>
        </c:rich>
      </c:tx>
      <c:layout/>
      <c:overlay val="0"/>
    </c:title>
    <c:autoTitleDeleted val="0"/>
    <c:plotArea>
      <c:lineChart>
        <c:grouping val="standard"/>
        <c:varyColors val="0"/>
        <c:ser>
          <c:idx val="0"/>
          <c:order val="0"/>
          <c:tx>
            <c:strRef>
              <c:f>Sheet1!$B$1</c:f>
              <c:strCache>
                <c:ptCount val="1"/>
                <c:pt idx="0">
                  <c:v>Multi-peak recall (%)</c:v>
                </c:pt>
              </c:strCache>
            </c:strRef>
          </c:tx>
          <c:spPr>
            <a:ln w="28575">
              <a:solidFill>
                <a:srgbClr val="57068C"/>
              </a:solidFill>
            </a:ln>
          </c:spPr>
          <c:marker>
            <c:spPr>
              <a:solidFill>
                <a:srgbClr val="57068C"/>
              </a:solidFill>
              <a:ln>
                <a:solidFill>
                  <a:srgbClr val="57068C"/>
                </a:solidFill>
              </a:ln>
            </c:spPr>
          </c:marker>
          <c:cat>
            <c:strRef>
              <c:f>Sheet1!$A$2:$A$9</c:f>
              <c:strCache>
                <c:ptCount val="8"/>
                <c:pt idx="0">
                  <c:v>10k</c:v>
                </c:pt>
                <c:pt idx="1">
                  <c:v>20k</c:v>
                </c:pt>
                <c:pt idx="2">
                  <c:v>42k</c:v>
                </c:pt>
                <c:pt idx="3">
                  <c:v>87k</c:v>
                </c:pt>
                <c:pt idx="4">
                  <c:v>176k</c:v>
                </c:pt>
                <c:pt idx="5">
                  <c:v>360k</c:v>
                </c:pt>
                <c:pt idx="6">
                  <c:v>722k</c:v>
                </c:pt>
                <c:pt idx="7">
                  <c:v>1.43M</c:v>
                </c:pt>
              </c:strCache>
            </c:strRef>
          </c:cat>
          <c:val>
            <c:numRef>
              <c:f>Sheet1!$B$2:$B$9</c:f>
              <c:numCache>
                <c:formatCode>General</c:formatCode>
                <c:ptCount val="8"/>
                <c:pt idx="0">
                  <c:v>21.4</c:v>
                </c:pt>
                <c:pt idx="1">
                  <c:v>7.6</c:v>
                </c:pt>
                <c:pt idx="2">
                  <c:v>8.9</c:v>
                </c:pt>
                <c:pt idx="3">
                  <c:v>8.1</c:v>
                </c:pt>
                <c:pt idx="4">
                  <c:v>26.3</c:v>
                </c:pt>
                <c:pt idx="5">
                  <c:v>27.1</c:v>
                </c:pt>
                <c:pt idx="6">
                  <c:v>27.7</c:v>
                </c:pt>
                <c:pt idx="7">
                  <c:v>29.5</c:v>
                </c:pt>
              </c:numCache>
            </c:numRef>
          </c:val>
          <c:smooth val="0"/>
        </c:ser>
        <c:dLbls>
          <c:numFmt formatCode="0&quot;%&quot;" sourceLinked="0"/>
          <c:txPr>
            <a:bodyPr/>
            <a:lstStyle/>
            <a:p>
              <a:pPr>
                <a:defRPr sz="900"/>
              </a:pPr>
            </a:p>
          </c:txPr>
          <c:dLblPos val="t"/>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900"/>
            </a:pPr>
          </a:p>
        </c:txPr>
        <c:crossAx val="2140495176"/>
        <c:crosses val="autoZero"/>
        <c:auto val="1"/>
        <c:lblAlgn val="ctr"/>
        <c:lblOffset val="100"/>
        <c:noMultiLvlLbl val="0"/>
      </c:catAx>
      <c:valAx>
        <c:axId val="2140495176"/>
        <c:scaling>
          <c:max val="35.0"/>
          <c:min val="0.0"/>
        </c:scaling>
        <c:delete val="0"/>
        <c:axPos val="l"/>
        <c:majorGridlines>
          <c:spPr>
            <a:ln>
              <a:solidFill>
                <a:srgbClr val="ECEBE8"/>
              </a:solidFill>
            </a:ln>
          </c:spPr>
        </c:majorGridlines>
        <c:majorTickMark val="out"/>
        <c:minorTickMark val="none"/>
        <c:tickLblPos val="nextTo"/>
        <c:txPr>
          <a:bodyPr/>
          <a:lstStyle/>
          <a:p>
            <a:pPr>
              <a:defRPr sz="9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audience knows the inverse problem. This slide only says what is different about our training signal. BP and ElasticNet solve one optimisation per pixel. A supervised network learns to reproduce the solver's DEMs, so it needs them as labels. Ours learns to minimise the solver's objective directly, so it never sees a solver DEM; we use those only to evaluate.</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solvers never solve for the 18 bins directly: both solve for weights on a fixed basis, a spike and two Gaussians at each bin, and report DEM = B times x. We predict the same weights, so the network searches the same space of DEMs the solver does, and BP's sparsity criterion means the same thing for both. Only the MLP is learned. Per pixel: six log-intensities in, four hidden layers of 232 with SiLU, 54 non-negative basis weights out; DEM = B times w over 18 bins, logT 5.5 to 7.2; predicted AIA = R times DEM. 176k parameters, one forward pass per pixel.</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BP track: the penalty is zero anywhere inside the noise band, o plus or minus 1.4 sigma, and quadratic outside, scaled by the band width. There is no fit term inside the band, so any DEM within noise is equally good, and the L1 term on the basis weights then picks the sparsest one: BP's own criterion. ElasticNet track: the solver's ElasticNet objective with its settings, alpha 0.001, l1 ratio 0.5, C equal to the six channels, using the same noise scaling. In both, y-hat is R times B times w, and w is non-negative.</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 run before October seeded each block's pixel draw by the block alone, so it reused the same 30M pixels every epoch. All results from here on use fresh pixels every epoch, as described. The fixed-sample runs scored better: validation loss BP 2.156 against 2.237, ElasticNet 0.0582 against 0.0689, far beyond the 0.2 to 0.4% run-to-run spread; only ElasticNet's flare cores improved with fresh pixels. The split is chronological, so every test image is later than anything seen in training. Each epoch draws 512 pixels from each of 58,688 training blocks: 917 images times 64 blocks of 256 squared. The test set uses 64 random 128-squared blocks of each test image per solver target, five targets per image: one clean solve and four re-solves under simulated photon noise of the same observation. Pixels where deconvolution clamped a bright channel to zero, about 5%, are excluded.</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Before any network, five losses optimised directly per pixel on 4 timestamps. Averages: AIA MAE against the observation, BP 5.2, barrier 5.0, barrier plus fit 2.6, fit-only 0.40 to 0.44. DEM MAE against BP: barrier 0.034, barrier plus fit 0.043, fit-only 0.18 to 0.20. W1 on the brightest 5% of pixels: 0.030 and 0.033 against 0.15 to 0.18. Six equations, eighteen unknowns: many DEMs fit within noise, so whatever breaks the tie decides the shape. L-BFGS and Adam reach the same curves; SGD often fails to converge.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June write-up called the first MLP's curves noisy and oscillating, but no figure of them survives and its checkpoint was not kept. Retrained with the unchanged June code, its curves are smooth: none has three or more peaks. The real difference is accuracy, on 400 held-out pixels per image: mean DEM error against BP 0.078 against the CNN's 0.047, W1 0.055 against 0.048 dex. It had even seen these pixels in training. It is the same architecture as today's production model, at width 256 with raw intensities.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shuffled-patch CNN applies a fixed random permutation to the 81 patch pixels. It was less sparse than the CNN on all 4 images, 1.88 against 1.70 on average, level with the centre-pixel MLP, so the spatial arrangement of the neighbours mattered. The flat-patch MLP was erratic across images: 1.61 on the X2.1 flare, 2.27 on quiet Sun. The centre-pixel MLP was closest to BP on 3 of 4 images; the CNN on the X1.6 flare. So the CNN's lower sparsity did not mean DEMs closer to BP. Capacity and input scaling were not separated: the 213k MLP took raw intensities, and at full scale a 176k MLP on log1p inputs does well.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Closer to BP's sparsity: the CNN on 2 images, the MLP on 1, one tie; the MLP is closer on average, 0.19 against 0.25, because of the X1.6 flare image. Held-out sparsity by fold, MLP against CNN, with BP in brackets: X2.1 flare 1.59 vs 1.64 (1.97); quiet Sun 1.78 vs 1.61 (1.67); moderate 1.83 vs 1.83 (1.82); X1.6 flare 1.96 vs 2.31 (1.71). The ablation's in-sample edge, 1.70 vs 1.89, came from scoring pixels of images the model trained on. Four folds is a small sample; scaling is the real test.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submissions died the same way before the fix; the cause was visible at step 0, before any weight update. Gradient clipping does not help, because Adam normalises the step size.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Bright cutoffs and the test set come from the supervised side's protocol, so both models are scored on identical pixels. W1 treats each DEM as a distribution over logT.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fourth independent look at CNN against MLP: the ablation, leave-one-out, the 30-epoch run, and converged at scale. None found a CNN advantage on unseen days.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Average metrics alone would have picked a much smaller model: AIA MAE kept improving as recall collapsed. The 10k model fires at about the base rate, which is guessing, not detection. An earlier run up to 11M parameters found no further 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Label-free trains on the observation through R; supervised trains on solver DEMs. So supervised wins the DEM-against-solver metric, and label-free wins reconstruction of the observation on most counts. EM error is the total-emission error; W1 is in dex.</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Per-pixel error is the squared error summed over the 18 bins. BP percentiles, label-free against supervised: median 0.030 vs 0.112, p90 5.1 vs 2.0, p99 117 vs 27.</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Peaks are counted on the zero-padded curve with prominence 0.15 times the maximum, over the full test set. The fixed-sample model had the same recall (25%) at lower precision (46%).</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ElasticNet flare cores are milder: 73% of the solver's emission, 40% multi-peaked. The fixed-sample BP model was less extreme, at 41% of the emission.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supervised model's sqrt plus Fourier-feature input made flare cores worse, consistent with a training problem rather than an input-representation one.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pn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type="title">
  <p:cSld name="TITLE">
    <p:bg>
      <p:bgPr>
        <a:solidFill>
          <a:srgbClr val="220337"/>
        </a:solidFill>
      </p:bgPr>
    </p:bg>
    <p:spTree>
      <p:nvGrpSpPr>
        <p:cNvPr id="8" name="Shape 8"/>
        <p:cNvGrpSpPr/>
        <p:nvPr/>
      </p:nvGrpSpPr>
      <p:grpSpPr>
        <a:xfrm>
          <a:off x="0" y="0"/>
          <a:ext cx="0" cy="0"/>
          <a:chOff x="0" y="0"/>
          <a:chExt cx="0" cy="0"/>
        </a:xfrm>
      </p:grpSpPr>
      <p:pic>
        <p:nvPicPr>
          <p:cNvPr id="9" name="Google Shape;9;p2"/>
          <p:cNvPicPr preferRelativeResize="0"/>
          <p:nvPr/>
        </p:nvPicPr>
        <p:blipFill rotWithShape="1">
          <a:blip r:embed="rId2">
            <a:alphaModFix/>
          </a:blip>
          <a:srcRect b="0" l="0" r="0" t="0"/>
          <a:stretch/>
        </p:blipFill>
        <p:spPr>
          <a:xfrm>
            <a:off x="0" y="0"/>
            <a:ext cx="9144003" cy="5143501"/>
          </a:xfrm>
          <a:prstGeom prst="rect">
            <a:avLst/>
          </a:prstGeom>
          <a:noFill/>
          <a:ln>
            <a:noFill/>
          </a:ln>
        </p:spPr>
      </p:pic>
      <p:pic>
        <p:nvPicPr>
          <p:cNvPr id="10" name="Google Shape;10;p2"/>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1" name="Google Shape;11;p2"/>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None/>
              <a:defRPr sz="7200">
                <a:solidFill>
                  <a:schemeClr val="accent2"/>
                </a:solidFill>
              </a:defRPr>
            </a:lvl1pPr>
            <a:lvl2pPr lvl="1">
              <a:spcBef>
                <a:spcPts val="0"/>
              </a:spcBef>
              <a:spcAft>
                <a:spcPts val="0"/>
              </a:spcAft>
              <a:buNone/>
              <a:defRPr>
                <a:solidFill>
                  <a:srgbClr val="FFFFFF"/>
                </a:solidFill>
              </a:defRPr>
            </a:lvl2pPr>
            <a:lvl3pPr lvl="2">
              <a:spcBef>
                <a:spcPts val="0"/>
              </a:spcBef>
              <a:spcAft>
                <a:spcPts val="0"/>
              </a:spcAft>
              <a:buNone/>
              <a:defRPr>
                <a:solidFill>
                  <a:srgbClr val="FFFFFF"/>
                </a:solidFill>
              </a:defRPr>
            </a:lvl3pPr>
            <a:lvl4pPr lvl="3">
              <a:spcBef>
                <a:spcPts val="0"/>
              </a:spcBef>
              <a:spcAft>
                <a:spcPts val="0"/>
              </a:spcAft>
              <a:buNone/>
              <a:defRPr>
                <a:solidFill>
                  <a:srgbClr val="FFFFFF"/>
                </a:solidFill>
              </a:defRPr>
            </a:lvl4pPr>
            <a:lvl5pPr lvl="4">
              <a:spcBef>
                <a:spcPts val="0"/>
              </a:spcBef>
              <a:spcAft>
                <a:spcPts val="0"/>
              </a:spcAft>
              <a:buNone/>
              <a:defRPr>
                <a:solidFill>
                  <a:srgbClr val="FFFFFF"/>
                </a:solidFill>
              </a:defRPr>
            </a:lvl5pPr>
            <a:lvl6pPr lvl="5">
              <a:spcBef>
                <a:spcPts val="0"/>
              </a:spcBef>
              <a:spcAft>
                <a:spcPts val="0"/>
              </a:spcAft>
              <a:buNone/>
              <a:defRPr>
                <a:solidFill>
                  <a:srgbClr val="FFFFFF"/>
                </a:solidFill>
              </a:defRPr>
            </a:lvl6pPr>
            <a:lvl7pPr lvl="6">
              <a:spcBef>
                <a:spcPts val="0"/>
              </a:spcBef>
              <a:spcAft>
                <a:spcPts val="0"/>
              </a:spcAft>
              <a:buNone/>
              <a:defRPr>
                <a:solidFill>
                  <a:srgbClr val="FFFFFF"/>
                </a:solidFill>
              </a:defRPr>
            </a:lvl7pPr>
            <a:lvl8pPr lvl="7">
              <a:spcBef>
                <a:spcPts val="0"/>
              </a:spcBef>
              <a:spcAft>
                <a:spcPts val="0"/>
              </a:spcAft>
              <a:buNone/>
              <a:defRPr>
                <a:solidFill>
                  <a:srgbClr val="FFFFFF"/>
                </a:solidFill>
              </a:defRPr>
            </a:lvl8pPr>
            <a:lvl9pPr lvl="8">
              <a:spcBef>
                <a:spcPts val="0"/>
              </a:spcBef>
              <a:spcAft>
                <a:spcPts val="0"/>
              </a:spcAft>
              <a:buNone/>
              <a:defRPr>
                <a:solidFill>
                  <a:srgbClr val="FFFFFF"/>
                </a:solidFill>
              </a:defRPr>
            </a:lvl9pPr>
          </a:lstStyle>
          <a:p/>
        </p:txBody>
      </p:sp>
      <p:sp>
        <p:nvSpPr>
          <p:cNvPr id="12" name="Google Shape;12;p2"/>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1pPr>
            <a:lvl2pPr indent="-292100" lvl="1" marL="914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chemeClr val="accent2"/>
              </a:buClr>
              <a:buSzPts val="1000"/>
              <a:buFont typeface="Montserrat SemiBold"/>
              <a:buChar char="■"/>
              <a:defRPr sz="1000">
                <a:solidFill>
                  <a:schemeClr val="accent2"/>
                </a:solidFill>
                <a:latin typeface="Montserrat SemiBold"/>
                <a:ea typeface="Montserrat SemiBold"/>
                <a:cs typeface="Montserrat SemiBold"/>
                <a:sym typeface="Montserrat SemiBold"/>
              </a:defRPr>
            </a:lvl9pPr>
          </a:lstStyle>
          <a:p/>
        </p:txBody>
      </p:sp>
      <p:sp>
        <p:nvSpPr>
          <p:cNvPr id="13" name="Google Shape;13;p2"/>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chemeClr val="accent2"/>
                </a:solidFill>
              </a:defRPr>
            </a:lvl1pPr>
            <a:lvl2pPr lvl="1" rtl="0">
              <a:spcBef>
                <a:spcPts val="1600"/>
              </a:spcBef>
              <a:spcAft>
                <a:spcPts val="0"/>
              </a:spcAft>
              <a:buNone/>
              <a:defRPr>
                <a:solidFill>
                  <a:schemeClr val="accent2"/>
                </a:solidFill>
              </a:defRPr>
            </a:lvl2pPr>
            <a:lvl3pPr lvl="2" rtl="0">
              <a:spcBef>
                <a:spcPts val="1600"/>
              </a:spcBef>
              <a:spcAft>
                <a:spcPts val="0"/>
              </a:spcAft>
              <a:buNone/>
              <a:defRPr>
                <a:solidFill>
                  <a:schemeClr val="accent2"/>
                </a:solidFill>
              </a:defRPr>
            </a:lvl3pPr>
            <a:lvl4pPr lvl="3" rtl="0">
              <a:spcBef>
                <a:spcPts val="1600"/>
              </a:spcBef>
              <a:spcAft>
                <a:spcPts val="0"/>
              </a:spcAft>
              <a:buNone/>
              <a:defRPr>
                <a:solidFill>
                  <a:schemeClr val="accent2"/>
                </a:solidFill>
              </a:defRPr>
            </a:lvl4pPr>
            <a:lvl5pPr lvl="4" rtl="0">
              <a:spcBef>
                <a:spcPts val="1600"/>
              </a:spcBef>
              <a:spcAft>
                <a:spcPts val="0"/>
              </a:spcAft>
              <a:buNone/>
              <a:defRPr>
                <a:solidFill>
                  <a:schemeClr val="accent2"/>
                </a:solidFill>
              </a:defRPr>
            </a:lvl5pPr>
            <a:lvl6pPr lvl="5" rtl="0">
              <a:spcBef>
                <a:spcPts val="1600"/>
              </a:spcBef>
              <a:spcAft>
                <a:spcPts val="0"/>
              </a:spcAft>
              <a:buNone/>
              <a:defRPr>
                <a:solidFill>
                  <a:schemeClr val="accent2"/>
                </a:solidFill>
              </a:defRPr>
            </a:lvl6pPr>
            <a:lvl7pPr lvl="6" rtl="0">
              <a:spcBef>
                <a:spcPts val="1600"/>
              </a:spcBef>
              <a:spcAft>
                <a:spcPts val="0"/>
              </a:spcAft>
              <a:buNone/>
              <a:defRPr>
                <a:solidFill>
                  <a:schemeClr val="accent2"/>
                </a:solidFill>
              </a:defRPr>
            </a:lvl7pPr>
            <a:lvl8pPr lvl="7" rtl="0">
              <a:spcBef>
                <a:spcPts val="1600"/>
              </a:spcBef>
              <a:spcAft>
                <a:spcPts val="0"/>
              </a:spcAft>
              <a:buNone/>
              <a:defRPr>
                <a:solidFill>
                  <a:schemeClr val="accent2"/>
                </a:solidFill>
              </a:defRPr>
            </a:lvl8pPr>
            <a:lvl9pPr lvl="8" rtl="0">
              <a:spcBef>
                <a:spcPts val="1600"/>
              </a:spcBef>
              <a:spcAft>
                <a:spcPts val="1600"/>
              </a:spcAft>
              <a:buNone/>
              <a:defRPr>
                <a:solidFill>
                  <a:schemeClr val="accent2"/>
                </a:solidFill>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p:cSld name="TITLE_1_1_1_1">
    <p:bg>
      <p:bgPr>
        <a:solidFill>
          <a:srgbClr val="220337"/>
        </a:solidFill>
      </p:bgPr>
    </p:bg>
    <p:spTree>
      <p:nvGrpSpPr>
        <p:cNvPr id="14" name="Shape 14"/>
        <p:cNvGrpSpPr/>
        <p:nvPr/>
      </p:nvGrpSpPr>
      <p:grpSpPr>
        <a:xfrm>
          <a:off x="0" y="0"/>
          <a:ext cx="0" cy="0"/>
          <a:chOff x="0" y="0"/>
          <a:chExt cx="0" cy="0"/>
        </a:xfrm>
      </p:grpSpPr>
      <p:pic>
        <p:nvPicPr>
          <p:cNvPr id="15" name="Google Shape;15;p3"/>
          <p:cNvPicPr preferRelativeResize="0"/>
          <p:nvPr/>
        </p:nvPicPr>
        <p:blipFill rotWithShape="1">
          <a:blip r:embed="rId2">
            <a:alphaModFix/>
          </a:blip>
          <a:srcRect b="367" l="308" r="328" t="357"/>
          <a:stretch/>
        </p:blipFill>
        <p:spPr>
          <a:xfrm>
            <a:off x="0" y="250"/>
            <a:ext cx="9143997" cy="5143501"/>
          </a:xfrm>
          <a:prstGeom prst="rect">
            <a:avLst/>
          </a:prstGeom>
          <a:noFill/>
          <a:ln>
            <a:noFill/>
          </a:ln>
        </p:spPr>
      </p:pic>
      <p:pic>
        <p:nvPicPr>
          <p:cNvPr descr="New York University logo" id="16" name="Google Shape;16;p3"/>
          <p:cNvPicPr preferRelativeResize="0"/>
          <p:nvPr/>
        </p:nvPicPr>
        <p:blipFill rotWithShape="1">
          <a:blip r:embed="rId3">
            <a:alphaModFix/>
          </a:blip>
          <a:srcRect b="0" l="0" r="0" t="0"/>
          <a:stretch/>
        </p:blipFill>
        <p:spPr>
          <a:xfrm>
            <a:off x="4047363" y="427947"/>
            <a:ext cx="1049175" cy="356100"/>
          </a:xfrm>
          <a:prstGeom prst="rect">
            <a:avLst/>
          </a:prstGeom>
          <a:noFill/>
          <a:ln>
            <a:noFill/>
          </a:ln>
        </p:spPr>
      </p:pic>
      <p:sp>
        <p:nvSpPr>
          <p:cNvPr id="17" name="Google Shape;17;p3"/>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lvl1pPr lvl="0" rtl="0" algn="ctr">
              <a:lnSpc>
                <a:spcPct val="80000"/>
              </a:lnSpc>
              <a:spcBef>
                <a:spcPts val="0"/>
              </a:spcBef>
              <a:spcAft>
                <a:spcPts val="0"/>
              </a:spcAft>
              <a:buNone/>
              <a:defRPr sz="7200">
                <a:solidFill>
                  <a:srgbClr val="FFFFFF"/>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18" name="Google Shape;18;p3"/>
          <p:cNvSpPr txBox="1"/>
          <p:nvPr>
            <p:ph idx="1" type="body"/>
          </p:nvPr>
        </p:nvSpPr>
        <p:spPr>
          <a:xfrm>
            <a:off x="2496200" y="4275729"/>
            <a:ext cx="4151400" cy="304500"/>
          </a:xfrm>
          <a:prstGeom prst="rect">
            <a:avLst/>
          </a:prstGeom>
        </p:spPr>
        <p:txBody>
          <a:bodyPr anchorCtr="0" anchor="t" bIns="91425" lIns="91425" spcFirstLastPara="1" rIns="91425" wrap="square" tIns="91425">
            <a:noAutofit/>
          </a:bodyPr>
          <a:lstStyle>
            <a:lvl1pPr indent="-292100" lvl="0" marL="457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1pPr>
            <a:lvl2pPr indent="-292100" lvl="1" marL="914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2pPr>
            <a:lvl3pPr indent="-292100" lvl="2" marL="1371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3pPr>
            <a:lvl4pPr indent="-292100" lvl="3" marL="1828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4pPr>
            <a:lvl5pPr indent="-292100" lvl="4" marL="22860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5pPr>
            <a:lvl6pPr indent="-292100" lvl="5" marL="27432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6pPr>
            <a:lvl7pPr indent="-292100" lvl="6" marL="32004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7pPr>
            <a:lvl8pPr indent="-292100" lvl="7" marL="36576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8pPr>
            <a:lvl9pPr indent="-292100" lvl="8" marL="4114800" rtl="0" algn="ctr">
              <a:spcBef>
                <a:spcPts val="0"/>
              </a:spcBef>
              <a:spcAft>
                <a:spcPts val="0"/>
              </a:spcAft>
              <a:buClr>
                <a:srgbClr val="FFFFFF"/>
              </a:buClr>
              <a:buSzPts val="1000"/>
              <a:buFont typeface="Montserrat SemiBold"/>
              <a:buChar char="■"/>
              <a:defRPr sz="1000">
                <a:solidFill>
                  <a:srgbClr val="FFFFFF"/>
                </a:solidFill>
                <a:latin typeface="Montserrat SemiBold"/>
                <a:ea typeface="Montserrat SemiBold"/>
                <a:cs typeface="Montserrat SemiBold"/>
                <a:sym typeface="Montserrat SemiBold"/>
              </a:defRPr>
            </a:lvl9pPr>
          </a:lstStyle>
          <a:p/>
        </p:txBody>
      </p:sp>
      <p:sp>
        <p:nvSpPr>
          <p:cNvPr id="19" name="Google Shape;19;p3"/>
          <p:cNvSpPr txBox="1"/>
          <p:nvPr>
            <p:ph idx="2" type="subTitle"/>
          </p:nvPr>
        </p:nvSpPr>
        <p:spPr>
          <a:xfrm>
            <a:off x="2496200" y="2791614"/>
            <a:ext cx="4151400" cy="700800"/>
          </a:xfrm>
          <a:prstGeom prst="rect">
            <a:avLst/>
          </a:prstGeom>
        </p:spPr>
        <p:txBody>
          <a:bodyPr anchorCtr="0" anchor="t" bIns="91425" lIns="91425" spcFirstLastPara="1" rIns="91425" wrap="square" tIns="91425">
            <a:noAutofit/>
          </a:bodyPr>
          <a:lstStyle>
            <a:lvl1pPr lvl="0" rtl="0" algn="ctr">
              <a:spcBef>
                <a:spcPts val="0"/>
              </a:spcBef>
              <a:spcAft>
                <a:spcPts val="0"/>
              </a:spcAft>
              <a:buNone/>
              <a:defRPr sz="1500">
                <a:solidFill>
                  <a:srgbClr val="FFFFFF"/>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lt2"/>
        </a:solidFill>
      </p:bgPr>
    </p:bg>
    <p:spTree>
      <p:nvGrpSpPr>
        <p:cNvPr id="20" name="Shape 20"/>
        <p:cNvGrpSpPr/>
        <p:nvPr/>
      </p:nvGrpSpPr>
      <p:grpSpPr>
        <a:xfrm>
          <a:off x="0" y="0"/>
          <a:ext cx="0" cy="0"/>
          <a:chOff x="0" y="0"/>
          <a:chExt cx="0" cy="0"/>
        </a:xfrm>
      </p:grpSpPr>
      <p:pic>
        <p:nvPicPr>
          <p:cNvPr id="21" name="Google Shape;21;p4"/>
          <p:cNvPicPr preferRelativeResize="0"/>
          <p:nvPr/>
        </p:nvPicPr>
        <p:blipFill rotWithShape="1">
          <a:blip r:embed="rId2">
            <a:alphaModFix/>
          </a:blip>
          <a:srcRect b="0" l="0" r="0" t="0"/>
          <a:stretch/>
        </p:blipFill>
        <p:spPr>
          <a:xfrm>
            <a:off x="0" y="0"/>
            <a:ext cx="9144003" cy="5143501"/>
          </a:xfrm>
          <a:prstGeom prst="rect">
            <a:avLst/>
          </a:prstGeom>
          <a:noFill/>
          <a:ln>
            <a:noFill/>
          </a:ln>
        </p:spPr>
      </p:pic>
      <p:sp>
        <p:nvSpPr>
          <p:cNvPr id="22" name="Google Shape;22;p4"/>
          <p:cNvSpPr txBox="1"/>
          <p:nvPr>
            <p:ph type="title"/>
          </p:nvPr>
        </p:nvSpPr>
        <p:spPr>
          <a:xfrm>
            <a:off x="1506000" y="1385509"/>
            <a:ext cx="6131700" cy="1638600"/>
          </a:xfrm>
          <a:prstGeom prst="rect">
            <a:avLst/>
          </a:prstGeom>
        </p:spPr>
        <p:txBody>
          <a:bodyPr anchorCtr="0" anchor="b" bIns="91425" lIns="91425" spcFirstLastPara="1" rIns="91425" wrap="square" tIns="91425">
            <a:noAutofit/>
          </a:bodyPr>
          <a:lstStyle>
            <a:lvl1pPr lvl="0" algn="ctr">
              <a:lnSpc>
                <a:spcPct val="80000"/>
              </a:lnSpc>
              <a:spcBef>
                <a:spcPts val="0"/>
              </a:spcBef>
              <a:spcAft>
                <a:spcPts val="0"/>
              </a:spcAft>
              <a:buNone/>
              <a:defRPr sz="6000"/>
            </a:lvl1pPr>
            <a:lvl2pPr lvl="1">
              <a:spcBef>
                <a:spcPts val="0"/>
              </a:spcBef>
              <a:spcAft>
                <a:spcPts val="0"/>
              </a:spcAft>
              <a:buNone/>
              <a:defRPr>
                <a:latin typeface="Montserrat"/>
                <a:ea typeface="Montserrat"/>
                <a:cs typeface="Montserrat"/>
                <a:sym typeface="Montserrat"/>
              </a:defRPr>
            </a:lvl2pPr>
            <a:lvl3pPr lvl="2">
              <a:spcBef>
                <a:spcPts val="0"/>
              </a:spcBef>
              <a:spcAft>
                <a:spcPts val="0"/>
              </a:spcAft>
              <a:buNone/>
              <a:defRPr>
                <a:latin typeface="Montserrat"/>
                <a:ea typeface="Montserrat"/>
                <a:cs typeface="Montserrat"/>
                <a:sym typeface="Montserrat"/>
              </a:defRPr>
            </a:lvl3pPr>
            <a:lvl4pPr lvl="3">
              <a:spcBef>
                <a:spcPts val="0"/>
              </a:spcBef>
              <a:spcAft>
                <a:spcPts val="0"/>
              </a:spcAft>
              <a:buNone/>
              <a:defRPr>
                <a:latin typeface="Montserrat"/>
                <a:ea typeface="Montserrat"/>
                <a:cs typeface="Montserrat"/>
                <a:sym typeface="Montserrat"/>
              </a:defRPr>
            </a:lvl4pPr>
            <a:lvl5pPr lvl="4">
              <a:spcBef>
                <a:spcPts val="0"/>
              </a:spcBef>
              <a:spcAft>
                <a:spcPts val="0"/>
              </a:spcAft>
              <a:buNone/>
              <a:defRPr>
                <a:latin typeface="Montserrat"/>
                <a:ea typeface="Montserrat"/>
                <a:cs typeface="Montserrat"/>
                <a:sym typeface="Montserrat"/>
              </a:defRPr>
            </a:lvl5pPr>
            <a:lvl6pPr lvl="5">
              <a:spcBef>
                <a:spcPts val="0"/>
              </a:spcBef>
              <a:spcAft>
                <a:spcPts val="0"/>
              </a:spcAft>
              <a:buNone/>
              <a:defRPr>
                <a:latin typeface="Montserrat"/>
                <a:ea typeface="Montserrat"/>
                <a:cs typeface="Montserrat"/>
                <a:sym typeface="Montserrat"/>
              </a:defRPr>
            </a:lvl6pPr>
            <a:lvl7pPr lvl="6">
              <a:spcBef>
                <a:spcPts val="0"/>
              </a:spcBef>
              <a:spcAft>
                <a:spcPts val="0"/>
              </a:spcAft>
              <a:buNone/>
              <a:defRPr>
                <a:latin typeface="Montserrat"/>
                <a:ea typeface="Montserrat"/>
                <a:cs typeface="Montserrat"/>
                <a:sym typeface="Montserrat"/>
              </a:defRPr>
            </a:lvl7pPr>
            <a:lvl8pPr lvl="7">
              <a:spcBef>
                <a:spcPts val="0"/>
              </a:spcBef>
              <a:spcAft>
                <a:spcPts val="0"/>
              </a:spcAft>
              <a:buNone/>
              <a:defRPr>
                <a:latin typeface="Montserrat"/>
                <a:ea typeface="Montserrat"/>
                <a:cs typeface="Montserrat"/>
                <a:sym typeface="Montserrat"/>
              </a:defRPr>
            </a:lvl8pPr>
            <a:lvl9pPr lvl="8">
              <a:spcBef>
                <a:spcPts val="0"/>
              </a:spcBef>
              <a:spcAft>
                <a:spcPts val="0"/>
              </a:spcAft>
              <a:buNone/>
              <a:defRPr>
                <a:latin typeface="Montserrat"/>
                <a:ea typeface="Montserrat"/>
                <a:cs typeface="Montserrat"/>
                <a:sym typeface="Montserrat"/>
              </a:defRPr>
            </a:lvl9pPr>
          </a:lstStyle>
          <a:p/>
        </p:txBody>
      </p:sp>
      <p:sp>
        <p:nvSpPr>
          <p:cNvPr id="23" name="Google Shape;23;p4"/>
          <p:cNvSpPr txBox="1"/>
          <p:nvPr>
            <p:ph idx="1" type="subTitle"/>
          </p:nvPr>
        </p:nvSpPr>
        <p:spPr>
          <a:xfrm>
            <a:off x="2462575" y="2959018"/>
            <a:ext cx="4218600" cy="7341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 name="Shape 24"/>
        <p:cNvGrpSpPr/>
        <p:nvPr/>
      </p:nvGrpSpPr>
      <p:grpSpPr>
        <a:xfrm>
          <a:off x="0" y="0"/>
          <a:ext cx="0" cy="0"/>
          <a:chOff x="0" y="0"/>
          <a:chExt cx="0" cy="0"/>
        </a:xfrm>
      </p:grpSpPr>
      <p:sp>
        <p:nvSpPr>
          <p:cNvPr id="25" name="Google Shape;25;p5"/>
          <p:cNvSpPr txBox="1"/>
          <p:nvPr/>
        </p:nvSpPr>
        <p:spPr>
          <a:xfrm>
            <a:off x="4583948"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descr=" " id="26" name="Google Shape;26;p5"/>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27" name="Google Shape;27;p5"/>
          <p:cNvSpPr txBox="1"/>
          <p:nvPr>
            <p:ph type="title"/>
          </p:nvPr>
        </p:nvSpPr>
        <p:spPr>
          <a:xfrm>
            <a:off x="311700" y="587975"/>
            <a:ext cx="6551100" cy="6579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800"/>
              <a:buNone/>
              <a:defRPr sz="48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28" name="Google Shape;28;p5"/>
          <p:cNvSpPr txBox="1"/>
          <p:nvPr>
            <p:ph idx="1" type="body"/>
          </p:nvPr>
        </p:nvSpPr>
        <p:spPr>
          <a:xfrm>
            <a:off x="311700" y="1448400"/>
            <a:ext cx="6551100" cy="2246700"/>
          </a:xfrm>
          <a:prstGeom prst="rect">
            <a:avLst/>
          </a:prstGeom>
        </p:spPr>
        <p:txBody>
          <a:bodyPr anchorCtr="0" anchor="t" bIns="91425" lIns="91425" spcFirstLastPara="1" rIns="91425" wrap="square" tIns="91425">
            <a:noAutofit/>
          </a:bodyPr>
          <a:lstStyle>
            <a:lvl1pPr indent="-342900" lvl="0" marL="457200">
              <a:lnSpc>
                <a:spcPct val="125000"/>
              </a:lnSpc>
              <a:spcBef>
                <a:spcPts val="0"/>
              </a:spcBef>
              <a:spcAft>
                <a:spcPts val="0"/>
              </a:spcAft>
              <a:buSzPts val="1800"/>
              <a:buChar char="●"/>
              <a:defRPr/>
            </a:lvl1pPr>
            <a:lvl2pPr indent="-317500" lvl="1" marL="914400">
              <a:spcBef>
                <a:spcPts val="1000"/>
              </a:spcBef>
              <a:spcAft>
                <a:spcPts val="0"/>
              </a:spcAft>
              <a:buSzPts val="1400"/>
              <a:buChar char="○"/>
              <a:defRPr/>
            </a:lvl2pPr>
            <a:lvl3pPr indent="-317500" lvl="2" marL="1371600">
              <a:spcBef>
                <a:spcPts val="1000"/>
              </a:spcBef>
              <a:spcAft>
                <a:spcPts val="0"/>
              </a:spcAft>
              <a:buSzPts val="1400"/>
              <a:buChar char="■"/>
              <a:defRPr/>
            </a:lvl3pPr>
            <a:lvl4pPr indent="-317500" lvl="3" marL="1828800">
              <a:spcBef>
                <a:spcPts val="1000"/>
              </a:spcBef>
              <a:spcAft>
                <a:spcPts val="0"/>
              </a:spcAft>
              <a:buSzPts val="1400"/>
              <a:buChar char="●"/>
              <a:defRPr/>
            </a:lvl4pPr>
            <a:lvl5pPr indent="-317500" lvl="4" marL="2286000">
              <a:spcBef>
                <a:spcPts val="1000"/>
              </a:spcBef>
              <a:spcAft>
                <a:spcPts val="0"/>
              </a:spcAft>
              <a:buSzPts val="1400"/>
              <a:buChar char="○"/>
              <a:defRPr/>
            </a:lvl5pPr>
            <a:lvl6pPr indent="-317500" lvl="5" marL="2743200">
              <a:spcBef>
                <a:spcPts val="1000"/>
              </a:spcBef>
              <a:spcAft>
                <a:spcPts val="0"/>
              </a:spcAft>
              <a:buSzPts val="1400"/>
              <a:buChar char="■"/>
              <a:defRPr/>
            </a:lvl6pPr>
            <a:lvl7pPr indent="-317500" lvl="6" marL="3200400">
              <a:spcBef>
                <a:spcPts val="1000"/>
              </a:spcBef>
              <a:spcAft>
                <a:spcPts val="0"/>
              </a:spcAft>
              <a:buSzPts val="1400"/>
              <a:buChar char="●"/>
              <a:defRPr/>
            </a:lvl7pPr>
            <a:lvl8pPr indent="-317500" lvl="7" marL="3657600">
              <a:spcBef>
                <a:spcPts val="1000"/>
              </a:spcBef>
              <a:spcAft>
                <a:spcPts val="0"/>
              </a:spcAft>
              <a:buSzPts val="1400"/>
              <a:buChar char="○"/>
              <a:defRPr/>
            </a:lvl8pPr>
            <a:lvl9pPr indent="-317500" lvl="8" marL="4114800">
              <a:spcBef>
                <a:spcPts val="1000"/>
              </a:spcBef>
              <a:spcAft>
                <a:spcPts val="1000"/>
              </a:spcAft>
              <a:buSzPts val="1400"/>
              <a:buChar char="■"/>
              <a:defRPr/>
            </a:lvl9pPr>
          </a:lstStyle>
          <a:p/>
        </p:txBody>
      </p:sp>
      <p:pic>
        <p:nvPicPr>
          <p:cNvPr id="29" name="Google Shape;29;p5"/>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0" name="Shape 30"/>
        <p:cNvGrpSpPr/>
        <p:nvPr/>
      </p:nvGrpSpPr>
      <p:grpSpPr>
        <a:xfrm>
          <a:off x="0" y="0"/>
          <a:ext cx="0" cy="0"/>
          <a:chOff x="0" y="0"/>
          <a:chExt cx="0" cy="0"/>
        </a:xfrm>
      </p:grpSpPr>
      <p:sp>
        <p:nvSpPr>
          <p:cNvPr id="31" name="Google Shape;31;p6"/>
          <p:cNvSpPr txBox="1"/>
          <p:nvPr>
            <p:ph type="title"/>
          </p:nvPr>
        </p:nvSpPr>
        <p:spPr>
          <a:xfrm>
            <a:off x="311700" y="587970"/>
            <a:ext cx="4945500" cy="1137300"/>
          </a:xfrm>
          <a:prstGeom prst="rect">
            <a:avLst/>
          </a:prstGeom>
        </p:spPr>
        <p:txBody>
          <a:bodyPr anchorCtr="0" anchor="t" bIns="91425" lIns="91425" spcFirstLastPara="1" rIns="91425" wrap="square" tIns="91425">
            <a:noAutofit/>
          </a:bodyPr>
          <a:lstStyle>
            <a:lvl1pPr lvl="0">
              <a:lnSpc>
                <a:spcPct val="80000"/>
              </a:lnSpc>
              <a:spcBef>
                <a:spcPts val="0"/>
              </a:spcBef>
              <a:spcAft>
                <a:spcPts val="0"/>
              </a:spcAft>
              <a:buClr>
                <a:srgbClr val="57068C"/>
              </a:buClr>
              <a:buSzPts val="4800"/>
              <a:buNone/>
              <a:defRPr sz="4800">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6"/>
          <p:cNvSpPr txBox="1"/>
          <p:nvPr>
            <p:ph idx="1" type="body"/>
          </p:nvPr>
        </p:nvSpPr>
        <p:spPr>
          <a:xfrm>
            <a:off x="311700"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sp>
        <p:nvSpPr>
          <p:cNvPr id="33" name="Google Shape;33;p6"/>
          <p:cNvSpPr txBox="1"/>
          <p:nvPr>
            <p:ph idx="2" type="body"/>
          </p:nvPr>
        </p:nvSpPr>
        <p:spPr>
          <a:xfrm>
            <a:off x="4619925" y="2467949"/>
            <a:ext cx="3999900" cy="1807800"/>
          </a:xfrm>
          <a:prstGeom prst="rect">
            <a:avLst/>
          </a:prstGeom>
        </p:spPr>
        <p:txBody>
          <a:bodyPr anchorCtr="0" anchor="t" bIns="91425" lIns="91425" spcFirstLastPara="1" rIns="91425" wrap="square" tIns="91425">
            <a:noAutofit/>
          </a:bodyPr>
          <a:lstStyle>
            <a:lvl1pPr indent="-304800" lvl="0" marL="457200">
              <a:lnSpc>
                <a:spcPct val="125000"/>
              </a:lnSpc>
              <a:spcBef>
                <a:spcPts val="0"/>
              </a:spcBef>
              <a:spcAft>
                <a:spcPts val="0"/>
              </a:spcAft>
              <a:buSzPts val="1200"/>
              <a:buChar char="●"/>
              <a:defRPr sz="1200"/>
            </a:lvl1pPr>
            <a:lvl2pPr indent="-304800" lvl="1" marL="914400">
              <a:lnSpc>
                <a:spcPct val="125000"/>
              </a:lnSpc>
              <a:spcBef>
                <a:spcPts val="800"/>
              </a:spcBef>
              <a:spcAft>
                <a:spcPts val="0"/>
              </a:spcAft>
              <a:buSzPts val="1200"/>
              <a:buChar char="○"/>
              <a:defRPr sz="1200"/>
            </a:lvl2pPr>
            <a:lvl3pPr indent="-304800" lvl="2" marL="1371600">
              <a:lnSpc>
                <a:spcPct val="125000"/>
              </a:lnSpc>
              <a:spcBef>
                <a:spcPts val="800"/>
              </a:spcBef>
              <a:spcAft>
                <a:spcPts val="0"/>
              </a:spcAft>
              <a:buSzPts val="1200"/>
              <a:buChar char="■"/>
              <a:defRPr sz="1200"/>
            </a:lvl3pPr>
            <a:lvl4pPr indent="-304800" lvl="3" marL="1828800">
              <a:lnSpc>
                <a:spcPct val="125000"/>
              </a:lnSpc>
              <a:spcBef>
                <a:spcPts val="800"/>
              </a:spcBef>
              <a:spcAft>
                <a:spcPts val="0"/>
              </a:spcAft>
              <a:buSzPts val="1200"/>
              <a:buChar char="●"/>
              <a:defRPr sz="1200"/>
            </a:lvl4pPr>
            <a:lvl5pPr indent="-304800" lvl="4" marL="2286000">
              <a:lnSpc>
                <a:spcPct val="125000"/>
              </a:lnSpc>
              <a:spcBef>
                <a:spcPts val="800"/>
              </a:spcBef>
              <a:spcAft>
                <a:spcPts val="0"/>
              </a:spcAft>
              <a:buSzPts val="1200"/>
              <a:buChar char="○"/>
              <a:defRPr sz="1200"/>
            </a:lvl5pPr>
            <a:lvl6pPr indent="-304800" lvl="5" marL="2743200">
              <a:lnSpc>
                <a:spcPct val="125000"/>
              </a:lnSpc>
              <a:spcBef>
                <a:spcPts val="800"/>
              </a:spcBef>
              <a:spcAft>
                <a:spcPts val="0"/>
              </a:spcAft>
              <a:buSzPts val="1200"/>
              <a:buChar char="■"/>
              <a:defRPr sz="1200"/>
            </a:lvl6pPr>
            <a:lvl7pPr indent="-304800" lvl="6" marL="3200400">
              <a:lnSpc>
                <a:spcPct val="125000"/>
              </a:lnSpc>
              <a:spcBef>
                <a:spcPts val="800"/>
              </a:spcBef>
              <a:spcAft>
                <a:spcPts val="0"/>
              </a:spcAft>
              <a:buSzPts val="1200"/>
              <a:buChar char="●"/>
              <a:defRPr sz="1200"/>
            </a:lvl7pPr>
            <a:lvl8pPr indent="-304800" lvl="7" marL="3657600">
              <a:lnSpc>
                <a:spcPct val="125000"/>
              </a:lnSpc>
              <a:spcBef>
                <a:spcPts val="800"/>
              </a:spcBef>
              <a:spcAft>
                <a:spcPts val="0"/>
              </a:spcAft>
              <a:buSzPts val="1200"/>
              <a:buChar char="○"/>
              <a:defRPr sz="1200"/>
            </a:lvl8pPr>
            <a:lvl9pPr indent="-304800" lvl="8" marL="4114800">
              <a:lnSpc>
                <a:spcPct val="125000"/>
              </a:lnSpc>
              <a:spcBef>
                <a:spcPts val="800"/>
              </a:spcBef>
              <a:spcAft>
                <a:spcPts val="800"/>
              </a:spcAft>
              <a:buSzPts val="1200"/>
              <a:buChar char="■"/>
              <a:defRPr sz="1200"/>
            </a:lvl9pPr>
          </a:lstStyle>
          <a:p/>
        </p:txBody>
      </p:sp>
      <p:pic>
        <p:nvPicPr>
          <p:cNvPr descr=" " id="34" name="Google Shape;34;p6"/>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35" name="Google Shape;35;p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36" name="Google Shape;36;p6"/>
          <p:cNvSpPr txBox="1"/>
          <p:nvPr>
            <p:ph idx="3" type="subTitle"/>
          </p:nvPr>
        </p:nvSpPr>
        <p:spPr>
          <a:xfrm>
            <a:off x="311700" y="2054620"/>
            <a:ext cx="3999900" cy="411600"/>
          </a:xfrm>
          <a:prstGeom prst="rect">
            <a:avLst/>
          </a:prstGeom>
        </p:spPr>
        <p:txBody>
          <a:bodyPr anchorCtr="0" anchor="t" bIns="91425" lIns="91425" spcFirstLastPara="1" rIns="91425" wrap="square" tIns="91425">
            <a:noAutofit/>
          </a:bodyPr>
          <a:lstStyle>
            <a:lvl1pPr lvl="0">
              <a:spcBef>
                <a:spcPts val="0"/>
              </a:spcBef>
              <a:spcAft>
                <a:spcPts val="0"/>
              </a:spcAft>
              <a:buNone/>
              <a:defRPr b="1" sz="1400">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
        <p:nvSpPr>
          <p:cNvPr id="37" name="Google Shape;37;p6"/>
          <p:cNvSpPr txBox="1"/>
          <p:nvPr>
            <p:ph idx="4" type="subTitle"/>
          </p:nvPr>
        </p:nvSpPr>
        <p:spPr>
          <a:xfrm>
            <a:off x="4619925" y="2054620"/>
            <a:ext cx="3999900" cy="411600"/>
          </a:xfrm>
          <a:prstGeom prst="rect">
            <a:avLst/>
          </a:prstGeom>
        </p:spPr>
        <p:txBody>
          <a:bodyPr anchorCtr="0" anchor="t" bIns="91425" lIns="91425" spcFirstLastPara="1" rIns="91425" wrap="square" tIns="91425">
            <a:noAutofit/>
          </a:bodyPr>
          <a:lstStyle>
            <a:lvl1pPr lvl="0" rtl="0">
              <a:spcBef>
                <a:spcPts val="0"/>
              </a:spcBef>
              <a:spcAft>
                <a:spcPts val="0"/>
              </a:spcAft>
              <a:buNone/>
              <a:defRPr b="1" sz="1400">
                <a:solidFill>
                  <a:schemeClr val="dk1"/>
                </a:solidFill>
              </a:defRPr>
            </a:lvl1pPr>
            <a:lvl2pPr lvl="1" rtl="0">
              <a:spcBef>
                <a:spcPts val="1600"/>
              </a:spcBef>
              <a:spcAft>
                <a:spcPts val="0"/>
              </a:spcAft>
              <a:buNone/>
              <a:defRPr/>
            </a:lvl2pPr>
            <a:lvl3pPr lvl="2" rtl="0">
              <a:spcBef>
                <a:spcPts val="1600"/>
              </a:spcBef>
              <a:spcAft>
                <a:spcPts val="0"/>
              </a:spcAft>
              <a:buNone/>
              <a:defRPr/>
            </a:lvl3pPr>
            <a:lvl4pPr lvl="3" rtl="0">
              <a:spcBef>
                <a:spcPts val="1600"/>
              </a:spcBef>
              <a:spcAft>
                <a:spcPts val="0"/>
              </a:spcAft>
              <a:buNone/>
              <a:defRPr/>
            </a:lvl4pPr>
            <a:lvl5pPr lvl="4" rtl="0">
              <a:spcBef>
                <a:spcPts val="1600"/>
              </a:spcBef>
              <a:spcAft>
                <a:spcPts val="0"/>
              </a:spcAft>
              <a:buNone/>
              <a:defRPr/>
            </a:lvl5pPr>
            <a:lvl6pPr lvl="5" rtl="0">
              <a:spcBef>
                <a:spcPts val="1600"/>
              </a:spcBef>
              <a:spcAft>
                <a:spcPts val="0"/>
              </a:spcAft>
              <a:buNone/>
              <a:defRPr/>
            </a:lvl6pPr>
            <a:lvl7pPr lvl="6" rtl="0">
              <a:spcBef>
                <a:spcPts val="1600"/>
              </a:spcBef>
              <a:spcAft>
                <a:spcPts val="0"/>
              </a:spcAft>
              <a:buNone/>
              <a:defRPr/>
            </a:lvl7pPr>
            <a:lvl8pPr lvl="7" rtl="0">
              <a:spcBef>
                <a:spcPts val="1600"/>
              </a:spcBef>
              <a:spcAft>
                <a:spcPts val="0"/>
              </a:spcAft>
              <a:buNone/>
              <a:defRPr/>
            </a:lvl8pPr>
            <a:lvl9pPr lvl="8" rtl="0">
              <a:spcBef>
                <a:spcPts val="1600"/>
              </a:spcBef>
              <a:spcAft>
                <a:spcPts val="1600"/>
              </a:spcAft>
              <a:buNone/>
              <a:defRPr/>
            </a:lvl9pPr>
          </a:lstStyle>
          <a:p/>
        </p:txBody>
      </p:sp>
      <p:pic>
        <p:nvPicPr>
          <p:cNvPr id="38" name="Google Shape;38;p6"/>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9" name="Shape 39"/>
        <p:cNvGrpSpPr/>
        <p:nvPr/>
      </p:nvGrpSpPr>
      <p:grpSpPr>
        <a:xfrm>
          <a:off x="0" y="0"/>
          <a:ext cx="0" cy="0"/>
          <a:chOff x="0" y="0"/>
          <a:chExt cx="0" cy="0"/>
        </a:xfrm>
      </p:grpSpPr>
      <p:sp>
        <p:nvSpPr>
          <p:cNvPr id="40" name="Google Shape;40;p7"/>
          <p:cNvSpPr txBox="1"/>
          <p:nvPr>
            <p:ph type="title"/>
          </p:nvPr>
        </p:nvSpPr>
        <p:spPr>
          <a:xfrm>
            <a:off x="311700" y="530680"/>
            <a:ext cx="8424900" cy="572700"/>
          </a:xfrm>
          <a:prstGeom prst="rect">
            <a:avLst/>
          </a:prstGeom>
        </p:spPr>
        <p:txBody>
          <a:bodyPr anchorCtr="0" anchor="t" bIns="91425" lIns="91425" spcFirstLastPara="1" rIns="91425" wrap="square" tIns="91425">
            <a:noAutofit/>
          </a:bodyPr>
          <a:lstStyle>
            <a:lvl1pPr lvl="0">
              <a:spcBef>
                <a:spcPts val="0"/>
              </a:spcBef>
              <a:spcAft>
                <a:spcPts val="0"/>
              </a:spcAft>
              <a:buClr>
                <a:srgbClr val="57068C"/>
              </a:buClr>
              <a:buSzPts val="3600"/>
              <a:buNone/>
              <a:defRPr>
                <a:solidFill>
                  <a:srgbClr val="57068C"/>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pic>
        <p:nvPicPr>
          <p:cNvPr descr=" " id="41" name="Google Shape;41;p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2" name="Google Shape;42;p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3" name="Google Shape;43;p7"/>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44" name="Shape 44"/>
        <p:cNvGrpSpPr/>
        <p:nvPr/>
      </p:nvGrpSpPr>
      <p:grpSpPr>
        <a:xfrm>
          <a:off x="0" y="0"/>
          <a:ext cx="0" cy="0"/>
          <a:chOff x="0" y="0"/>
          <a:chExt cx="0" cy="0"/>
        </a:xfrm>
      </p:grpSpPr>
      <p:sp>
        <p:nvSpPr>
          <p:cNvPr id="45" name="Google Shape;45;p8"/>
          <p:cNvSpPr txBox="1"/>
          <p:nvPr>
            <p:ph type="title"/>
          </p:nvPr>
        </p:nvSpPr>
        <p:spPr>
          <a:xfrm>
            <a:off x="311700" y="708000"/>
            <a:ext cx="3132300" cy="755700"/>
          </a:xfrm>
          <a:prstGeom prst="rect">
            <a:avLst/>
          </a:prstGeom>
        </p:spPr>
        <p:txBody>
          <a:bodyPr anchorCtr="0" anchor="b" bIns="91425" lIns="91425" spcFirstLastPara="1" rIns="91425" wrap="square" tIns="91425">
            <a:noAutofit/>
          </a:bodyPr>
          <a:lstStyle>
            <a:lvl1pPr lvl="0">
              <a:spcBef>
                <a:spcPts val="0"/>
              </a:spcBef>
              <a:spcAft>
                <a:spcPts val="0"/>
              </a:spcAft>
              <a:buClr>
                <a:srgbClr val="57068C"/>
              </a:buClr>
              <a:buSzPts val="2400"/>
              <a:buNone/>
              <a:defRPr sz="2400">
                <a:solidFill>
                  <a:srgbClr val="57068C"/>
                </a:solidFill>
              </a:defRPr>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46" name="Google Shape;46;p8"/>
          <p:cNvSpPr txBox="1"/>
          <p:nvPr>
            <p:ph idx="1" type="body"/>
          </p:nvPr>
        </p:nvSpPr>
        <p:spPr>
          <a:xfrm>
            <a:off x="311700" y="1542000"/>
            <a:ext cx="3054600" cy="28860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sz="1200"/>
            </a:lvl1pPr>
            <a:lvl2pPr indent="-304800" lvl="1" marL="914400">
              <a:spcBef>
                <a:spcPts val="1000"/>
              </a:spcBef>
              <a:spcAft>
                <a:spcPts val="0"/>
              </a:spcAft>
              <a:buSzPts val="1200"/>
              <a:buChar char="○"/>
              <a:defRPr sz="1200"/>
            </a:lvl2pPr>
            <a:lvl3pPr indent="-304800" lvl="2" marL="1371600">
              <a:spcBef>
                <a:spcPts val="1000"/>
              </a:spcBef>
              <a:spcAft>
                <a:spcPts val="0"/>
              </a:spcAft>
              <a:buSzPts val="1200"/>
              <a:buChar char="■"/>
              <a:defRPr sz="1200"/>
            </a:lvl3pPr>
            <a:lvl4pPr indent="-304800" lvl="3" marL="1828800">
              <a:spcBef>
                <a:spcPts val="1000"/>
              </a:spcBef>
              <a:spcAft>
                <a:spcPts val="0"/>
              </a:spcAft>
              <a:buSzPts val="1200"/>
              <a:buChar char="●"/>
              <a:defRPr sz="1200"/>
            </a:lvl4pPr>
            <a:lvl5pPr indent="-304800" lvl="4" marL="2286000">
              <a:spcBef>
                <a:spcPts val="1000"/>
              </a:spcBef>
              <a:spcAft>
                <a:spcPts val="0"/>
              </a:spcAft>
              <a:buSzPts val="1200"/>
              <a:buChar char="○"/>
              <a:defRPr sz="1200"/>
            </a:lvl5pPr>
            <a:lvl6pPr indent="-304800" lvl="5" marL="2743200">
              <a:spcBef>
                <a:spcPts val="1000"/>
              </a:spcBef>
              <a:spcAft>
                <a:spcPts val="0"/>
              </a:spcAft>
              <a:buSzPts val="1200"/>
              <a:buChar char="■"/>
              <a:defRPr sz="1200"/>
            </a:lvl6pPr>
            <a:lvl7pPr indent="-304800" lvl="6" marL="3200400">
              <a:spcBef>
                <a:spcPts val="1000"/>
              </a:spcBef>
              <a:spcAft>
                <a:spcPts val="0"/>
              </a:spcAft>
              <a:buSzPts val="1200"/>
              <a:buChar char="●"/>
              <a:defRPr sz="1200"/>
            </a:lvl7pPr>
            <a:lvl8pPr indent="-304800" lvl="7" marL="3657600">
              <a:spcBef>
                <a:spcPts val="1000"/>
              </a:spcBef>
              <a:spcAft>
                <a:spcPts val="0"/>
              </a:spcAft>
              <a:buSzPts val="1200"/>
              <a:buChar char="○"/>
              <a:defRPr sz="1200"/>
            </a:lvl8pPr>
            <a:lvl9pPr indent="-304800" lvl="8" marL="4114800">
              <a:spcBef>
                <a:spcPts val="1000"/>
              </a:spcBef>
              <a:spcAft>
                <a:spcPts val="1000"/>
              </a:spcAft>
              <a:buSzPts val="1200"/>
              <a:buChar char="■"/>
              <a:defRPr sz="1200"/>
            </a:lvl9pPr>
          </a:lstStyle>
          <a:p/>
        </p:txBody>
      </p:sp>
      <p:pic>
        <p:nvPicPr>
          <p:cNvPr descr=" " id="47" name="Google Shape;47;p8"/>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48" name="Google Shape;48;p8"/>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pic>
        <p:nvPicPr>
          <p:cNvPr id="49" name="Google Shape;49;p8"/>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orient="horz" pos="432">
          <p15:clr>
            <a:srgbClr val="FA7B17"/>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50" name="Shape 50"/>
        <p:cNvGrpSpPr/>
        <p:nvPr/>
      </p:nvGrpSpPr>
      <p:grpSpPr>
        <a:xfrm>
          <a:off x="0" y="0"/>
          <a:ext cx="0" cy="0"/>
          <a:chOff x="0" y="0"/>
          <a:chExt cx="0" cy="0"/>
        </a:xfrm>
      </p:grpSpPr>
      <p:sp>
        <p:nvSpPr>
          <p:cNvPr id="51" name="Google Shape;51;p9"/>
          <p:cNvSpPr txBox="1"/>
          <p:nvPr>
            <p:ph type="title"/>
          </p:nvPr>
        </p:nvSpPr>
        <p:spPr>
          <a:xfrm>
            <a:off x="1772975" y="528144"/>
            <a:ext cx="5597700" cy="2475300"/>
          </a:xfrm>
          <a:prstGeom prst="rect">
            <a:avLst/>
          </a:prstGeom>
        </p:spPr>
        <p:txBody>
          <a:bodyPr anchorCtr="0" anchor="ctr" bIns="91425" lIns="91425" spcFirstLastPara="1" rIns="91425" wrap="square" tIns="91425">
            <a:noAutofit/>
          </a:bodyPr>
          <a:lstStyle>
            <a:lvl1pPr lvl="0" algn="ctr">
              <a:lnSpc>
                <a:spcPct val="80000"/>
              </a:lnSpc>
              <a:spcBef>
                <a:spcPts val="0"/>
              </a:spcBef>
              <a:spcAft>
                <a:spcPts val="0"/>
              </a:spcAft>
              <a:buClr>
                <a:srgbClr val="57068C"/>
              </a:buClr>
              <a:buSzPts val="5600"/>
              <a:buNone/>
              <a:defRPr sz="5600">
                <a:solidFill>
                  <a:srgbClr val="57068C"/>
                </a:solidFill>
              </a:defRPr>
            </a:lvl1pPr>
            <a:lvl2pPr lvl="1">
              <a:lnSpc>
                <a:spcPct val="80000"/>
              </a:lnSpc>
              <a:spcBef>
                <a:spcPts val="0"/>
              </a:spcBef>
              <a:spcAft>
                <a:spcPts val="0"/>
              </a:spcAft>
              <a:buSzPts val="4800"/>
              <a:buNone/>
              <a:defRPr sz="4800"/>
            </a:lvl2pPr>
            <a:lvl3pPr lvl="2">
              <a:lnSpc>
                <a:spcPct val="80000"/>
              </a:lnSpc>
              <a:spcBef>
                <a:spcPts val="0"/>
              </a:spcBef>
              <a:spcAft>
                <a:spcPts val="0"/>
              </a:spcAft>
              <a:buSzPts val="4800"/>
              <a:buNone/>
              <a:defRPr sz="4800"/>
            </a:lvl3pPr>
            <a:lvl4pPr lvl="3">
              <a:lnSpc>
                <a:spcPct val="80000"/>
              </a:lnSpc>
              <a:spcBef>
                <a:spcPts val="0"/>
              </a:spcBef>
              <a:spcAft>
                <a:spcPts val="0"/>
              </a:spcAft>
              <a:buSzPts val="4800"/>
              <a:buNone/>
              <a:defRPr sz="4800"/>
            </a:lvl4pPr>
            <a:lvl5pPr lvl="4">
              <a:lnSpc>
                <a:spcPct val="80000"/>
              </a:lnSpc>
              <a:spcBef>
                <a:spcPts val="0"/>
              </a:spcBef>
              <a:spcAft>
                <a:spcPts val="0"/>
              </a:spcAft>
              <a:buSzPts val="4800"/>
              <a:buNone/>
              <a:defRPr sz="4800"/>
            </a:lvl5pPr>
            <a:lvl6pPr lvl="5">
              <a:lnSpc>
                <a:spcPct val="80000"/>
              </a:lnSpc>
              <a:spcBef>
                <a:spcPts val="0"/>
              </a:spcBef>
              <a:spcAft>
                <a:spcPts val="0"/>
              </a:spcAft>
              <a:buSzPts val="4800"/>
              <a:buNone/>
              <a:defRPr sz="4800"/>
            </a:lvl6pPr>
            <a:lvl7pPr lvl="6">
              <a:lnSpc>
                <a:spcPct val="80000"/>
              </a:lnSpc>
              <a:spcBef>
                <a:spcPts val="0"/>
              </a:spcBef>
              <a:spcAft>
                <a:spcPts val="0"/>
              </a:spcAft>
              <a:buSzPts val="4800"/>
              <a:buNone/>
              <a:defRPr sz="4800"/>
            </a:lvl7pPr>
            <a:lvl8pPr lvl="7">
              <a:lnSpc>
                <a:spcPct val="80000"/>
              </a:lnSpc>
              <a:spcBef>
                <a:spcPts val="0"/>
              </a:spcBef>
              <a:spcAft>
                <a:spcPts val="0"/>
              </a:spcAft>
              <a:buSzPts val="4800"/>
              <a:buNone/>
              <a:defRPr sz="4800"/>
            </a:lvl8pPr>
            <a:lvl9pPr lvl="8">
              <a:lnSpc>
                <a:spcPct val="80000"/>
              </a:lnSpc>
              <a:spcBef>
                <a:spcPts val="0"/>
              </a:spcBef>
              <a:spcAft>
                <a:spcPts val="0"/>
              </a:spcAft>
              <a:buSzPts val="4800"/>
              <a:buNone/>
              <a:defRPr sz="4800"/>
            </a:lvl9pPr>
          </a:lstStyle>
          <a:p/>
        </p:txBody>
      </p:sp>
      <p:pic>
        <p:nvPicPr>
          <p:cNvPr descr=" " id="52" name="Google Shape;52;p9"/>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53" name="Google Shape;53;p9"/>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54" name="Google Shape;54;p9"/>
          <p:cNvSpPr txBox="1"/>
          <p:nvPr>
            <p:ph idx="1" type="body"/>
          </p:nvPr>
        </p:nvSpPr>
        <p:spPr>
          <a:xfrm>
            <a:off x="2120250" y="2660325"/>
            <a:ext cx="4903500" cy="1615500"/>
          </a:xfrm>
          <a:prstGeom prst="rect">
            <a:avLst/>
          </a:prstGeom>
        </p:spPr>
        <p:txBody>
          <a:bodyPr anchorCtr="0" anchor="t" bIns="91425" lIns="91425" spcFirstLastPara="1" rIns="91425" wrap="square" tIns="91425">
            <a:noAutofit/>
          </a:bodyPr>
          <a:lstStyle>
            <a:lvl1pPr indent="-330200" lvl="0" marL="457200" algn="ctr">
              <a:lnSpc>
                <a:spcPct val="125000"/>
              </a:lnSpc>
              <a:spcBef>
                <a:spcPts val="0"/>
              </a:spcBef>
              <a:spcAft>
                <a:spcPts val="0"/>
              </a:spcAft>
              <a:buSzPts val="1600"/>
              <a:buChar char="●"/>
              <a:defRPr sz="1600"/>
            </a:lvl1pPr>
            <a:lvl2pPr indent="-330200" lvl="1" marL="914400" algn="ctr">
              <a:lnSpc>
                <a:spcPct val="125000"/>
              </a:lnSpc>
              <a:spcBef>
                <a:spcPts val="0"/>
              </a:spcBef>
              <a:spcAft>
                <a:spcPts val="0"/>
              </a:spcAft>
              <a:buSzPts val="1600"/>
              <a:buChar char="○"/>
              <a:defRPr sz="1600"/>
            </a:lvl2pPr>
            <a:lvl3pPr indent="-330200" lvl="2" marL="1371600" algn="ctr">
              <a:lnSpc>
                <a:spcPct val="125000"/>
              </a:lnSpc>
              <a:spcBef>
                <a:spcPts val="0"/>
              </a:spcBef>
              <a:spcAft>
                <a:spcPts val="0"/>
              </a:spcAft>
              <a:buSzPts val="1600"/>
              <a:buChar char="■"/>
              <a:defRPr sz="1600"/>
            </a:lvl3pPr>
            <a:lvl4pPr indent="-330200" lvl="3" marL="1828800" algn="ctr">
              <a:lnSpc>
                <a:spcPct val="125000"/>
              </a:lnSpc>
              <a:spcBef>
                <a:spcPts val="0"/>
              </a:spcBef>
              <a:spcAft>
                <a:spcPts val="0"/>
              </a:spcAft>
              <a:buSzPts val="1600"/>
              <a:buChar char="●"/>
              <a:defRPr sz="1600"/>
            </a:lvl4pPr>
            <a:lvl5pPr indent="-330200" lvl="4" marL="2286000" algn="ctr">
              <a:lnSpc>
                <a:spcPct val="125000"/>
              </a:lnSpc>
              <a:spcBef>
                <a:spcPts val="0"/>
              </a:spcBef>
              <a:spcAft>
                <a:spcPts val="0"/>
              </a:spcAft>
              <a:buSzPts val="1600"/>
              <a:buChar char="○"/>
              <a:defRPr sz="1600"/>
            </a:lvl5pPr>
            <a:lvl6pPr indent="-330200" lvl="5" marL="2743200" algn="ctr">
              <a:lnSpc>
                <a:spcPct val="125000"/>
              </a:lnSpc>
              <a:spcBef>
                <a:spcPts val="0"/>
              </a:spcBef>
              <a:spcAft>
                <a:spcPts val="0"/>
              </a:spcAft>
              <a:buSzPts val="1600"/>
              <a:buChar char="■"/>
              <a:defRPr sz="1600"/>
            </a:lvl6pPr>
            <a:lvl7pPr indent="-330200" lvl="6" marL="3200400" algn="ctr">
              <a:lnSpc>
                <a:spcPct val="125000"/>
              </a:lnSpc>
              <a:spcBef>
                <a:spcPts val="0"/>
              </a:spcBef>
              <a:spcAft>
                <a:spcPts val="0"/>
              </a:spcAft>
              <a:buSzPts val="1600"/>
              <a:buChar char="●"/>
              <a:defRPr sz="1600"/>
            </a:lvl7pPr>
            <a:lvl8pPr indent="-330200" lvl="7" marL="3657600" algn="ctr">
              <a:lnSpc>
                <a:spcPct val="125000"/>
              </a:lnSpc>
              <a:spcBef>
                <a:spcPts val="0"/>
              </a:spcBef>
              <a:spcAft>
                <a:spcPts val="0"/>
              </a:spcAft>
              <a:buSzPts val="1600"/>
              <a:buChar char="○"/>
              <a:defRPr sz="1600"/>
            </a:lvl8pPr>
            <a:lvl9pPr indent="-330200" lvl="8" marL="4114800" algn="ctr">
              <a:lnSpc>
                <a:spcPct val="125000"/>
              </a:lnSpc>
              <a:spcBef>
                <a:spcPts val="0"/>
              </a:spcBef>
              <a:spcAft>
                <a:spcPts val="0"/>
              </a:spcAft>
              <a:buSzPts val="1600"/>
              <a:buChar char="■"/>
              <a:defRPr sz="16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5" name="Shape 55"/>
        <p:cNvGrpSpPr/>
        <p:nvPr/>
      </p:nvGrpSpPr>
      <p:grpSpPr>
        <a:xfrm>
          <a:off x="0" y="0"/>
          <a:ext cx="0" cy="0"/>
          <a:chOff x="0" y="0"/>
          <a:chExt cx="0" cy="0"/>
        </a:xfrm>
      </p:grpSpPr>
      <p:sp>
        <p:nvSpPr>
          <p:cNvPr descr=" " id="56" name="Google Shape;56;p10"/>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10"/>
          <p:cNvSpPr txBox="1"/>
          <p:nvPr>
            <p:ph type="title"/>
          </p:nvPr>
        </p:nvSpPr>
        <p:spPr>
          <a:xfrm>
            <a:off x="294375" y="1233175"/>
            <a:ext cx="4079100" cy="1482300"/>
          </a:xfrm>
          <a:prstGeom prst="rect">
            <a:avLst/>
          </a:prstGeom>
        </p:spPr>
        <p:txBody>
          <a:bodyPr anchorCtr="0" anchor="b" bIns="91425" lIns="91425" spcFirstLastPara="1" rIns="91425" wrap="square" tIns="91425">
            <a:noAutofit/>
          </a:bodyPr>
          <a:lstStyle>
            <a:lvl1pPr lvl="0">
              <a:lnSpc>
                <a:spcPct val="80000"/>
              </a:lnSpc>
              <a:spcBef>
                <a:spcPts val="0"/>
              </a:spcBef>
              <a:spcAft>
                <a:spcPts val="0"/>
              </a:spcAft>
              <a:buClr>
                <a:srgbClr val="57068C"/>
              </a:buClr>
              <a:buSzPts val="3600"/>
              <a:buNone/>
              <a:defRPr sz="3600">
                <a:solidFill>
                  <a:srgbClr val="57068C"/>
                </a:solidFill>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p:txBody>
      </p:sp>
      <p:sp>
        <p:nvSpPr>
          <p:cNvPr id="58" name="Google Shape;58;p10"/>
          <p:cNvSpPr txBox="1"/>
          <p:nvPr>
            <p:ph idx="1" type="subTitle"/>
          </p:nvPr>
        </p:nvSpPr>
        <p:spPr>
          <a:xfrm>
            <a:off x="294375" y="2803075"/>
            <a:ext cx="3616800" cy="12351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Clr>
                <a:srgbClr val="9A6ABA"/>
              </a:buClr>
              <a:buSzPts val="1800"/>
              <a:buNone/>
              <a:defRPr>
                <a:solidFill>
                  <a:srgbClr val="9A6ABA"/>
                </a:solidFill>
              </a:defRPr>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59" name="Google Shape;59;p10"/>
          <p:cNvSpPr txBox="1"/>
          <p:nvPr>
            <p:ph idx="2" type="body"/>
          </p:nvPr>
        </p:nvSpPr>
        <p:spPr>
          <a:xfrm>
            <a:off x="4939500" y="724075"/>
            <a:ext cx="3837000" cy="3551700"/>
          </a:xfrm>
          <a:prstGeom prst="rect">
            <a:avLst/>
          </a:prstGeom>
        </p:spPr>
        <p:txBody>
          <a:bodyPr anchorCtr="0" anchor="ctr" bIns="91425" lIns="91425" spcFirstLastPara="1" rIns="91425" wrap="square" tIns="91425">
            <a:noAutofit/>
          </a:bodyPr>
          <a:lstStyle>
            <a:lvl1pPr indent="-342900" lvl="0" marL="457200">
              <a:spcBef>
                <a:spcPts val="0"/>
              </a:spcBef>
              <a:spcAft>
                <a:spcPts val="0"/>
              </a:spcAft>
              <a:buSzPts val="1800"/>
              <a:buChar char="●"/>
              <a:defRPr/>
            </a:lvl1pPr>
            <a:lvl2pPr indent="-317500" lvl="1" marL="914400">
              <a:spcBef>
                <a:spcPts val="1600"/>
              </a:spcBef>
              <a:spcAft>
                <a:spcPts val="0"/>
              </a:spcAft>
              <a:buSzPts val="1400"/>
              <a:buChar char="○"/>
              <a:defRPr/>
            </a:lvl2pPr>
            <a:lvl3pPr indent="-317500" lvl="2" marL="1371600">
              <a:spcBef>
                <a:spcPts val="1600"/>
              </a:spcBef>
              <a:spcAft>
                <a:spcPts val="0"/>
              </a:spcAft>
              <a:buSzPts val="1400"/>
              <a:buChar char="■"/>
              <a:defRPr/>
            </a:lvl3pPr>
            <a:lvl4pPr indent="-317500" lvl="3" marL="1828800">
              <a:spcBef>
                <a:spcPts val="1600"/>
              </a:spcBef>
              <a:spcAft>
                <a:spcPts val="0"/>
              </a:spcAft>
              <a:buSzPts val="1400"/>
              <a:buChar char="●"/>
              <a:defRPr/>
            </a:lvl4pPr>
            <a:lvl5pPr indent="-317500" lvl="4" marL="2286000">
              <a:spcBef>
                <a:spcPts val="1600"/>
              </a:spcBef>
              <a:spcAft>
                <a:spcPts val="0"/>
              </a:spcAft>
              <a:buSzPts val="1400"/>
              <a:buChar char="○"/>
              <a:defRPr/>
            </a:lvl5pPr>
            <a:lvl6pPr indent="-317500" lvl="5" marL="2743200">
              <a:spcBef>
                <a:spcPts val="1600"/>
              </a:spcBef>
              <a:spcAft>
                <a:spcPts val="0"/>
              </a:spcAft>
              <a:buSzPts val="1400"/>
              <a:buChar char="■"/>
              <a:defRPr/>
            </a:lvl6pPr>
            <a:lvl7pPr indent="-317500" lvl="6" marL="3200400">
              <a:spcBef>
                <a:spcPts val="1600"/>
              </a:spcBef>
              <a:spcAft>
                <a:spcPts val="0"/>
              </a:spcAft>
              <a:buSzPts val="1400"/>
              <a:buChar char="●"/>
              <a:defRPr/>
            </a:lvl7pPr>
            <a:lvl8pPr indent="-317500" lvl="7" marL="3657600">
              <a:spcBef>
                <a:spcPts val="1600"/>
              </a:spcBef>
              <a:spcAft>
                <a:spcPts val="0"/>
              </a:spcAft>
              <a:buSzPts val="1400"/>
              <a:buChar char="○"/>
              <a:defRPr/>
            </a:lvl8pPr>
            <a:lvl9pPr indent="-317500" lvl="8" marL="4114800">
              <a:spcBef>
                <a:spcPts val="1600"/>
              </a:spcBef>
              <a:spcAft>
                <a:spcPts val="1600"/>
              </a:spcAft>
              <a:buSzPts val="1400"/>
              <a:buChar char="■"/>
              <a:defRPr/>
            </a:lvl9pPr>
          </a:lstStyle>
          <a:p/>
        </p:txBody>
      </p:sp>
      <p:pic>
        <p:nvPicPr>
          <p:cNvPr descr=" " id="60" name="Google Shape;60;p10"/>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1" name="Google Shape;61;p10"/>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2" name="Shape 62"/>
        <p:cNvGrpSpPr/>
        <p:nvPr/>
      </p:nvGrpSpPr>
      <p:grpSpPr>
        <a:xfrm>
          <a:off x="0" y="0"/>
          <a:ext cx="0" cy="0"/>
          <a:chOff x="0" y="0"/>
          <a:chExt cx="0" cy="0"/>
        </a:xfrm>
      </p:grpSpPr>
      <p:pic>
        <p:nvPicPr>
          <p:cNvPr descr=" " id="63" name="Google Shape;63;p11"/>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64" name="Google Shape;64;p11"/>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65" name="Google Shape;65;p11"/>
          <p:cNvSpPr txBox="1"/>
          <p:nvPr>
            <p:ph type="title"/>
          </p:nvPr>
        </p:nvSpPr>
        <p:spPr>
          <a:xfrm>
            <a:off x="311700" y="3619355"/>
            <a:ext cx="4511700" cy="605100"/>
          </a:xfrm>
          <a:prstGeom prst="rect">
            <a:avLst/>
          </a:prstGeom>
        </p:spPr>
        <p:txBody>
          <a:bodyPr anchorCtr="0" anchor="b" bIns="91425" lIns="91425" spcFirstLastPara="1" rIns="91425" wrap="square" tIns="91425">
            <a:noAutofit/>
          </a:bodyPr>
          <a:lstStyle>
            <a:lvl1pPr lvl="0">
              <a:spcBef>
                <a:spcPts val="0"/>
              </a:spcBef>
              <a:spcAft>
                <a:spcPts val="0"/>
              </a:spcAft>
              <a:buClr>
                <a:srgbClr val="333333"/>
              </a:buClr>
              <a:buSzPts val="1800"/>
              <a:buFont typeface="Montserrat"/>
              <a:buNone/>
              <a:defRPr b="0" sz="1800">
                <a:solidFill>
                  <a:srgbClr val="333333"/>
                </a:solidFill>
                <a:latin typeface="Montserrat"/>
                <a:ea typeface="Montserrat"/>
                <a:cs typeface="Montserrat"/>
                <a:sym typeface="Montserrat"/>
              </a:defRPr>
            </a:lvl1pPr>
            <a:lvl2pPr lvl="1">
              <a:spcBef>
                <a:spcPts val="0"/>
              </a:spcBef>
              <a:spcAft>
                <a:spcPts val="0"/>
              </a:spcAft>
              <a:buSzPts val="2800"/>
              <a:buNone/>
              <a:defRPr>
                <a:latin typeface="Montserrat"/>
                <a:ea typeface="Montserrat"/>
                <a:cs typeface="Montserrat"/>
                <a:sym typeface="Montserrat"/>
              </a:defRPr>
            </a:lvl2pPr>
            <a:lvl3pPr lvl="2">
              <a:spcBef>
                <a:spcPts val="0"/>
              </a:spcBef>
              <a:spcAft>
                <a:spcPts val="0"/>
              </a:spcAft>
              <a:buSzPts val="2800"/>
              <a:buNone/>
              <a:defRPr>
                <a:latin typeface="Montserrat"/>
                <a:ea typeface="Montserrat"/>
                <a:cs typeface="Montserrat"/>
                <a:sym typeface="Montserrat"/>
              </a:defRPr>
            </a:lvl3pPr>
            <a:lvl4pPr lvl="3">
              <a:spcBef>
                <a:spcPts val="0"/>
              </a:spcBef>
              <a:spcAft>
                <a:spcPts val="0"/>
              </a:spcAft>
              <a:buSzPts val="2800"/>
              <a:buNone/>
              <a:defRPr>
                <a:latin typeface="Montserrat"/>
                <a:ea typeface="Montserrat"/>
                <a:cs typeface="Montserrat"/>
                <a:sym typeface="Montserrat"/>
              </a:defRPr>
            </a:lvl4pPr>
            <a:lvl5pPr lvl="4">
              <a:spcBef>
                <a:spcPts val="0"/>
              </a:spcBef>
              <a:spcAft>
                <a:spcPts val="0"/>
              </a:spcAft>
              <a:buSzPts val="2800"/>
              <a:buNone/>
              <a:defRPr>
                <a:latin typeface="Montserrat"/>
                <a:ea typeface="Montserrat"/>
                <a:cs typeface="Montserrat"/>
                <a:sym typeface="Montserrat"/>
              </a:defRPr>
            </a:lvl5pPr>
            <a:lvl6pPr lvl="5">
              <a:spcBef>
                <a:spcPts val="0"/>
              </a:spcBef>
              <a:spcAft>
                <a:spcPts val="0"/>
              </a:spcAft>
              <a:buSzPts val="2800"/>
              <a:buNone/>
              <a:defRPr>
                <a:latin typeface="Montserrat"/>
                <a:ea typeface="Montserrat"/>
                <a:cs typeface="Montserrat"/>
                <a:sym typeface="Montserrat"/>
              </a:defRPr>
            </a:lvl6pPr>
            <a:lvl7pPr lvl="6">
              <a:spcBef>
                <a:spcPts val="0"/>
              </a:spcBef>
              <a:spcAft>
                <a:spcPts val="0"/>
              </a:spcAft>
              <a:buSzPts val="2800"/>
              <a:buNone/>
              <a:defRPr>
                <a:latin typeface="Montserrat"/>
                <a:ea typeface="Montserrat"/>
                <a:cs typeface="Montserrat"/>
                <a:sym typeface="Montserrat"/>
              </a:defRPr>
            </a:lvl7pPr>
            <a:lvl8pPr lvl="7">
              <a:spcBef>
                <a:spcPts val="0"/>
              </a:spcBef>
              <a:spcAft>
                <a:spcPts val="0"/>
              </a:spcAft>
              <a:buSzPts val="2800"/>
              <a:buNone/>
              <a:defRPr>
                <a:latin typeface="Montserrat"/>
                <a:ea typeface="Montserrat"/>
                <a:cs typeface="Montserrat"/>
                <a:sym typeface="Montserrat"/>
              </a:defRPr>
            </a:lvl8pPr>
            <a:lvl9pPr lvl="8">
              <a:spcBef>
                <a:spcPts val="0"/>
              </a:spcBef>
              <a:spcAft>
                <a:spcPts val="0"/>
              </a:spcAft>
              <a:buSzPts val="2800"/>
              <a:buNone/>
              <a:defRPr>
                <a:latin typeface="Montserrat"/>
                <a:ea typeface="Montserrat"/>
                <a:cs typeface="Montserrat"/>
                <a:sym typeface="Montserrat"/>
              </a:defRPr>
            </a:lvl9pPr>
          </a:lstStyle>
          <a:p/>
        </p:txBody>
      </p:sp>
      <p:pic>
        <p:nvPicPr>
          <p:cNvPr id="66" name="Google Shape;66;p11"/>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67" name="Shape 67"/>
        <p:cNvGrpSpPr/>
        <p:nvPr/>
      </p:nvGrpSpPr>
      <p:grpSpPr>
        <a:xfrm>
          <a:off x="0" y="0"/>
          <a:ext cx="0" cy="0"/>
          <a:chOff x="0" y="0"/>
          <a:chExt cx="0" cy="0"/>
        </a:xfrm>
      </p:grpSpPr>
      <p:pic>
        <p:nvPicPr>
          <p:cNvPr id="68" name="Google Shape;68;p12"/>
          <p:cNvPicPr preferRelativeResize="0"/>
          <p:nvPr/>
        </p:nvPicPr>
        <p:blipFill rotWithShape="1">
          <a:blip r:embed="rId2">
            <a:alphaModFix/>
          </a:blip>
          <a:srcRect b="0" l="0" r="0" t="0"/>
          <a:stretch/>
        </p:blipFill>
        <p:spPr>
          <a:xfrm>
            <a:off x="3965" y="0"/>
            <a:ext cx="9136072" cy="5143501"/>
          </a:xfrm>
          <a:prstGeom prst="rect">
            <a:avLst/>
          </a:prstGeom>
          <a:noFill/>
          <a:ln>
            <a:noFill/>
          </a:ln>
        </p:spPr>
      </p:pic>
      <p:sp>
        <p:nvSpPr>
          <p:cNvPr id="69" name="Google Shape;69;p12"/>
          <p:cNvSpPr txBox="1"/>
          <p:nvPr>
            <p:ph hasCustomPrompt="1" type="title"/>
          </p:nvPr>
        </p:nvSpPr>
        <p:spPr>
          <a:xfrm>
            <a:off x="311700" y="606575"/>
            <a:ext cx="8520600" cy="1671000"/>
          </a:xfrm>
          <a:prstGeom prst="rect">
            <a:avLst/>
          </a:prstGeom>
        </p:spPr>
        <p:txBody>
          <a:bodyPr anchorCtr="0" anchor="t" bIns="91425" lIns="91425" spcFirstLastPara="1" rIns="91425" wrap="square" tIns="91425">
            <a:noAutofit/>
          </a:bodyPr>
          <a:lstStyle>
            <a:lvl1pPr lvl="0" algn="ctr">
              <a:spcBef>
                <a:spcPts val="0"/>
              </a:spcBef>
              <a:spcAft>
                <a:spcPts val="0"/>
              </a:spcAft>
              <a:buClr>
                <a:srgbClr val="57068C"/>
              </a:buClr>
              <a:buSzPts val="13000"/>
              <a:buNone/>
              <a:defRPr sz="13000">
                <a:solidFill>
                  <a:srgbClr val="57068C"/>
                </a:solidFill>
              </a:defRPr>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70" name="Google Shape;70;p12"/>
          <p:cNvSpPr txBox="1"/>
          <p:nvPr>
            <p:ph idx="1" type="body"/>
          </p:nvPr>
        </p:nvSpPr>
        <p:spPr>
          <a:xfrm>
            <a:off x="3007950" y="3094875"/>
            <a:ext cx="3128100" cy="1186800"/>
          </a:xfrm>
          <a:prstGeom prst="rect">
            <a:avLst/>
          </a:prstGeom>
        </p:spPr>
        <p:txBody>
          <a:bodyPr anchorCtr="0" anchor="t" bIns="91425" lIns="91425" spcFirstLastPara="1" rIns="91425" wrap="square" tIns="91425">
            <a:noAutofit/>
          </a:bodyPr>
          <a:lstStyle>
            <a:lvl1pPr indent="-298450" lvl="0" marL="457200" algn="ctr">
              <a:spcBef>
                <a:spcPts val="0"/>
              </a:spcBef>
              <a:spcAft>
                <a:spcPts val="0"/>
              </a:spcAft>
              <a:buSzPts val="1100"/>
              <a:buChar char="●"/>
              <a:defRPr sz="1100"/>
            </a:lvl1pPr>
            <a:lvl2pPr indent="-298450" lvl="1" marL="914400" algn="ctr">
              <a:spcBef>
                <a:spcPts val="0"/>
              </a:spcBef>
              <a:spcAft>
                <a:spcPts val="0"/>
              </a:spcAft>
              <a:buSzPts val="1100"/>
              <a:buChar char="○"/>
              <a:defRPr sz="1100"/>
            </a:lvl2pPr>
            <a:lvl3pPr indent="-298450" lvl="2" marL="1371600" algn="ctr">
              <a:spcBef>
                <a:spcPts val="0"/>
              </a:spcBef>
              <a:spcAft>
                <a:spcPts val="0"/>
              </a:spcAft>
              <a:buSzPts val="1100"/>
              <a:buChar char="■"/>
              <a:defRPr sz="1100"/>
            </a:lvl3pPr>
            <a:lvl4pPr indent="-298450" lvl="3" marL="1828800" algn="ctr">
              <a:spcBef>
                <a:spcPts val="0"/>
              </a:spcBef>
              <a:spcAft>
                <a:spcPts val="0"/>
              </a:spcAft>
              <a:buSzPts val="1100"/>
              <a:buChar char="●"/>
              <a:defRPr sz="1100"/>
            </a:lvl4pPr>
            <a:lvl5pPr indent="-298450" lvl="4" marL="2286000" algn="ctr">
              <a:spcBef>
                <a:spcPts val="0"/>
              </a:spcBef>
              <a:spcAft>
                <a:spcPts val="0"/>
              </a:spcAft>
              <a:buSzPts val="1100"/>
              <a:buChar char="○"/>
              <a:defRPr sz="1100"/>
            </a:lvl5pPr>
            <a:lvl6pPr indent="-298450" lvl="5" marL="2743200" algn="ctr">
              <a:spcBef>
                <a:spcPts val="0"/>
              </a:spcBef>
              <a:spcAft>
                <a:spcPts val="0"/>
              </a:spcAft>
              <a:buSzPts val="1100"/>
              <a:buChar char="■"/>
              <a:defRPr sz="1100"/>
            </a:lvl6pPr>
            <a:lvl7pPr indent="-298450" lvl="6" marL="3200400" algn="ctr">
              <a:spcBef>
                <a:spcPts val="0"/>
              </a:spcBef>
              <a:spcAft>
                <a:spcPts val="0"/>
              </a:spcAft>
              <a:buSzPts val="1100"/>
              <a:buChar char="●"/>
              <a:defRPr sz="1100"/>
            </a:lvl7pPr>
            <a:lvl8pPr indent="-298450" lvl="7" marL="3657600" algn="ctr">
              <a:spcBef>
                <a:spcPts val="0"/>
              </a:spcBef>
              <a:spcAft>
                <a:spcPts val="0"/>
              </a:spcAft>
              <a:buSzPts val="1100"/>
              <a:buChar char="○"/>
              <a:defRPr sz="1100"/>
            </a:lvl8pPr>
            <a:lvl9pPr indent="-298450" lvl="8" marL="4114800" algn="ctr">
              <a:spcBef>
                <a:spcPts val="0"/>
              </a:spcBef>
              <a:spcAft>
                <a:spcPts val="0"/>
              </a:spcAft>
              <a:buSzPts val="1100"/>
              <a:buChar char="■"/>
              <a:defRPr sz="1100"/>
            </a:lvl9pPr>
          </a:lstStyle>
          <a:p/>
        </p:txBody>
      </p:sp>
      <p:pic>
        <p:nvPicPr>
          <p:cNvPr descr=" " id="71" name="Google Shape;71;p12"/>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2" name="Google Shape;72;p12"/>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3" name="Google Shape;73;p12"/>
          <p:cNvSpPr txBox="1"/>
          <p:nvPr>
            <p:ph idx="2" type="subTitle"/>
          </p:nvPr>
        </p:nvSpPr>
        <p:spPr>
          <a:xfrm>
            <a:off x="1429500" y="2353776"/>
            <a:ext cx="6285000" cy="463800"/>
          </a:xfrm>
          <a:prstGeom prst="rect">
            <a:avLst/>
          </a:prstGeom>
        </p:spPr>
        <p:txBody>
          <a:bodyPr anchorCtr="0" anchor="t" bIns="91425" lIns="91425" spcFirstLastPara="1" rIns="91425" wrap="square" tIns="91425">
            <a:noAutofit/>
          </a:bodyPr>
          <a:lstStyle>
            <a:lvl1pPr lvl="0" algn="ctr">
              <a:spcBef>
                <a:spcPts val="0"/>
              </a:spcBef>
              <a:spcAft>
                <a:spcPts val="0"/>
              </a:spcAft>
              <a:buNone/>
              <a:defRPr b="1" sz="2800">
                <a:solidFill>
                  <a:schemeClr val="accent1"/>
                </a:solidFill>
                <a:latin typeface="Frank Ruhl Libre"/>
                <a:ea typeface="Frank Ruhl Libre"/>
                <a:cs typeface="Frank Ruhl Libre"/>
                <a:sym typeface="Frank Ruhl Libre"/>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and Text">
  <p:cSld name="CUSTOM">
    <p:spTree>
      <p:nvGrpSpPr>
        <p:cNvPr id="74" name="Shape 74"/>
        <p:cNvGrpSpPr/>
        <p:nvPr/>
      </p:nvGrpSpPr>
      <p:grpSpPr>
        <a:xfrm>
          <a:off x="0" y="0"/>
          <a:ext cx="0" cy="0"/>
          <a:chOff x="0" y="0"/>
          <a:chExt cx="0" cy="0"/>
        </a:xfrm>
      </p:grpSpPr>
      <p:pic>
        <p:nvPicPr>
          <p:cNvPr id="75" name="Google Shape;75;p13"/>
          <p:cNvPicPr preferRelativeResize="0"/>
          <p:nvPr/>
        </p:nvPicPr>
        <p:blipFill>
          <a:blip r:embed="rId2">
            <a:alphaModFix/>
          </a:blip>
          <a:stretch>
            <a:fillRect/>
          </a:stretch>
        </p:blipFill>
        <p:spPr>
          <a:xfrm>
            <a:off x="0" y="0"/>
            <a:ext cx="9143997" cy="5143510"/>
          </a:xfrm>
          <a:prstGeom prst="rect">
            <a:avLst/>
          </a:prstGeom>
          <a:noFill/>
          <a:ln>
            <a:noFill/>
          </a:ln>
        </p:spPr>
      </p:pic>
      <p:pic>
        <p:nvPicPr>
          <p:cNvPr descr=" " id="76" name="Google Shape;76;p13"/>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77" name="Google Shape;77;p13"/>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78" name="Google Shape;78;p13"/>
          <p:cNvSpPr txBox="1"/>
          <p:nvPr>
            <p:ph type="title"/>
          </p:nvPr>
        </p:nvSpPr>
        <p:spPr>
          <a:xfrm>
            <a:off x="4969800" y="1412750"/>
            <a:ext cx="3766800" cy="1374600"/>
          </a:xfrm>
          <a:prstGeom prst="rect">
            <a:avLst/>
          </a:prstGeom>
        </p:spPr>
        <p:txBody>
          <a:bodyPr anchorCtr="0" anchor="b" bIns="91425" lIns="91425" spcFirstLastPara="1" rIns="91425" wrap="square" tIns="91425">
            <a:noAutofit/>
          </a:bodyPr>
          <a:lstStyle>
            <a:lvl1pPr lvl="0" rtl="0">
              <a:lnSpc>
                <a:spcPct val="80000"/>
              </a:lnSpc>
              <a:spcBef>
                <a:spcPts val="0"/>
              </a:spcBef>
              <a:spcAft>
                <a:spcPts val="0"/>
              </a:spcAft>
              <a:buClr>
                <a:srgbClr val="57068C"/>
              </a:buClr>
              <a:buSzPts val="3600"/>
              <a:buNone/>
              <a:defRPr>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79" name="Google Shape;79;p13"/>
          <p:cNvSpPr txBox="1"/>
          <p:nvPr>
            <p:ph idx="1" type="body"/>
          </p:nvPr>
        </p:nvSpPr>
        <p:spPr>
          <a:xfrm>
            <a:off x="4969675" y="2901150"/>
            <a:ext cx="3766800" cy="1374600"/>
          </a:xfrm>
          <a:prstGeom prst="rect">
            <a:avLst/>
          </a:prstGeom>
        </p:spPr>
        <p:txBody>
          <a:bodyPr anchorCtr="0" anchor="t" bIns="91425" lIns="91425" spcFirstLastPara="1" rIns="91425" wrap="square" tIns="91425">
            <a:noAutofit/>
          </a:bodyPr>
          <a:lstStyle>
            <a:lvl1pPr indent="-298450" lvl="0" marL="457200" rtl="0">
              <a:lnSpc>
                <a:spcPct val="125000"/>
              </a:lnSpc>
              <a:spcBef>
                <a:spcPts val="0"/>
              </a:spcBef>
              <a:spcAft>
                <a:spcPts val="0"/>
              </a:spcAft>
              <a:buSzPts val="1100"/>
              <a:buChar char="●"/>
              <a:defRPr sz="1100"/>
            </a:lvl1pPr>
            <a:lvl2pPr indent="-298450" lvl="1" marL="914400" rtl="0">
              <a:lnSpc>
                <a:spcPct val="125000"/>
              </a:lnSpc>
              <a:spcBef>
                <a:spcPts val="800"/>
              </a:spcBef>
              <a:spcAft>
                <a:spcPts val="0"/>
              </a:spcAft>
              <a:buSzPts val="1100"/>
              <a:buChar char="○"/>
              <a:defRPr sz="1100"/>
            </a:lvl2pPr>
            <a:lvl3pPr indent="-298450" lvl="2" marL="1371600" rtl="0">
              <a:lnSpc>
                <a:spcPct val="125000"/>
              </a:lnSpc>
              <a:spcBef>
                <a:spcPts val="800"/>
              </a:spcBef>
              <a:spcAft>
                <a:spcPts val="0"/>
              </a:spcAft>
              <a:buSzPts val="1100"/>
              <a:buChar char="■"/>
              <a:defRPr sz="1100"/>
            </a:lvl3pPr>
            <a:lvl4pPr indent="-298450" lvl="3" marL="1828800" rtl="0">
              <a:lnSpc>
                <a:spcPct val="125000"/>
              </a:lnSpc>
              <a:spcBef>
                <a:spcPts val="800"/>
              </a:spcBef>
              <a:spcAft>
                <a:spcPts val="0"/>
              </a:spcAft>
              <a:buSzPts val="1100"/>
              <a:buChar char="●"/>
              <a:defRPr sz="1100"/>
            </a:lvl4pPr>
            <a:lvl5pPr indent="-298450" lvl="4" marL="2286000" rtl="0">
              <a:lnSpc>
                <a:spcPct val="125000"/>
              </a:lnSpc>
              <a:spcBef>
                <a:spcPts val="800"/>
              </a:spcBef>
              <a:spcAft>
                <a:spcPts val="0"/>
              </a:spcAft>
              <a:buSzPts val="1100"/>
              <a:buChar char="○"/>
              <a:defRPr sz="1100"/>
            </a:lvl5pPr>
            <a:lvl6pPr indent="-298450" lvl="5" marL="2743200" rtl="0">
              <a:lnSpc>
                <a:spcPct val="125000"/>
              </a:lnSpc>
              <a:spcBef>
                <a:spcPts val="800"/>
              </a:spcBef>
              <a:spcAft>
                <a:spcPts val="0"/>
              </a:spcAft>
              <a:buSzPts val="1100"/>
              <a:buChar char="■"/>
              <a:defRPr sz="1100"/>
            </a:lvl6pPr>
            <a:lvl7pPr indent="-298450" lvl="6" marL="3200400" rtl="0">
              <a:lnSpc>
                <a:spcPct val="125000"/>
              </a:lnSpc>
              <a:spcBef>
                <a:spcPts val="800"/>
              </a:spcBef>
              <a:spcAft>
                <a:spcPts val="0"/>
              </a:spcAft>
              <a:buSzPts val="1100"/>
              <a:buChar char="●"/>
              <a:defRPr sz="1100"/>
            </a:lvl7pPr>
            <a:lvl8pPr indent="-298450" lvl="7" marL="3657600" rtl="0">
              <a:lnSpc>
                <a:spcPct val="125000"/>
              </a:lnSpc>
              <a:spcBef>
                <a:spcPts val="800"/>
              </a:spcBef>
              <a:spcAft>
                <a:spcPts val="0"/>
              </a:spcAft>
              <a:buSzPts val="1100"/>
              <a:buChar char="○"/>
              <a:defRPr sz="1100"/>
            </a:lvl8pPr>
            <a:lvl9pPr indent="-298450" lvl="8" marL="4114800" rtl="0">
              <a:lnSpc>
                <a:spcPct val="125000"/>
              </a:lnSpc>
              <a:spcBef>
                <a:spcPts val="800"/>
              </a:spcBef>
              <a:spcAft>
                <a:spcPts val="800"/>
              </a:spcAft>
              <a:buSzPts val="1100"/>
              <a:buChar char="■"/>
              <a:defRPr sz="1100"/>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ist">
  <p:cSld name="CUSTOM_1">
    <p:spTree>
      <p:nvGrpSpPr>
        <p:cNvPr id="80" name="Shape 80"/>
        <p:cNvGrpSpPr/>
        <p:nvPr/>
      </p:nvGrpSpPr>
      <p:grpSpPr>
        <a:xfrm>
          <a:off x="0" y="0"/>
          <a:ext cx="0" cy="0"/>
          <a:chOff x="0" y="0"/>
          <a:chExt cx="0" cy="0"/>
        </a:xfrm>
      </p:grpSpPr>
      <p:pic>
        <p:nvPicPr>
          <p:cNvPr descr=" " id="81" name="Google Shape;81;p14"/>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82" name="Google Shape;82;p14"/>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83" name="Google Shape;83;p14"/>
          <p:cNvSpPr txBox="1"/>
          <p:nvPr>
            <p:ph type="title"/>
          </p:nvPr>
        </p:nvSpPr>
        <p:spPr>
          <a:xfrm>
            <a:off x="311700" y="587975"/>
            <a:ext cx="3610800" cy="891600"/>
          </a:xfrm>
          <a:prstGeom prst="rect">
            <a:avLst/>
          </a:prstGeom>
        </p:spPr>
        <p:txBody>
          <a:bodyPr anchorCtr="0" anchor="t" bIns="91425" lIns="91425" spcFirstLastPara="1" rIns="91425" wrap="square" tIns="91425">
            <a:noAutofit/>
          </a:bodyPr>
          <a:lstStyle>
            <a:lvl1pPr lvl="0" rtl="0">
              <a:lnSpc>
                <a:spcPct val="80000"/>
              </a:lnSpc>
              <a:spcBef>
                <a:spcPts val="0"/>
              </a:spcBef>
              <a:spcAft>
                <a:spcPts val="0"/>
              </a:spcAft>
              <a:buClr>
                <a:srgbClr val="57068C"/>
              </a:buClr>
              <a:buSzPts val="4000"/>
              <a:buNone/>
              <a:defRPr sz="4000">
                <a:solidFill>
                  <a:srgbClr val="57068C"/>
                </a:solidFill>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p:txBody>
      </p:sp>
      <p:sp>
        <p:nvSpPr>
          <p:cNvPr id="84" name="Google Shape;84;p14"/>
          <p:cNvSpPr txBox="1"/>
          <p:nvPr>
            <p:ph idx="1" type="body"/>
          </p:nvPr>
        </p:nvSpPr>
        <p:spPr>
          <a:xfrm>
            <a:off x="311700" y="1836175"/>
            <a:ext cx="3610800" cy="2439600"/>
          </a:xfrm>
          <a:prstGeom prst="rect">
            <a:avLst/>
          </a:prstGeom>
        </p:spPr>
        <p:txBody>
          <a:bodyPr anchorCtr="0" anchor="t" bIns="91425" lIns="91425" spcFirstLastPara="1" rIns="91425" wrap="square" tIns="91425">
            <a:noAutofit/>
          </a:bodyPr>
          <a:lstStyle>
            <a:lvl1pPr indent="-317500" lvl="0" marL="457200" rtl="0">
              <a:lnSpc>
                <a:spcPct val="125000"/>
              </a:lnSpc>
              <a:spcBef>
                <a:spcPts val="0"/>
              </a:spcBef>
              <a:spcAft>
                <a:spcPts val="0"/>
              </a:spcAft>
              <a:buSzPts val="1400"/>
              <a:buChar char="●"/>
              <a:defRPr sz="1400"/>
            </a:lvl1pPr>
            <a:lvl2pPr indent="-317500" lvl="1" marL="914400" rtl="0">
              <a:lnSpc>
                <a:spcPct val="125000"/>
              </a:lnSpc>
              <a:spcBef>
                <a:spcPts val="800"/>
              </a:spcBef>
              <a:spcAft>
                <a:spcPts val="0"/>
              </a:spcAft>
              <a:buSzPts val="1400"/>
              <a:buChar char="○"/>
              <a:defRPr/>
            </a:lvl2pPr>
            <a:lvl3pPr indent="-317500" lvl="2" marL="1371600" rtl="0">
              <a:lnSpc>
                <a:spcPct val="125000"/>
              </a:lnSpc>
              <a:spcBef>
                <a:spcPts val="800"/>
              </a:spcBef>
              <a:spcAft>
                <a:spcPts val="0"/>
              </a:spcAft>
              <a:buSzPts val="1400"/>
              <a:buChar char="■"/>
              <a:defRPr/>
            </a:lvl3pPr>
            <a:lvl4pPr indent="-317500" lvl="3" marL="1828800" rtl="0">
              <a:lnSpc>
                <a:spcPct val="125000"/>
              </a:lnSpc>
              <a:spcBef>
                <a:spcPts val="800"/>
              </a:spcBef>
              <a:spcAft>
                <a:spcPts val="0"/>
              </a:spcAft>
              <a:buSzPts val="1400"/>
              <a:buChar char="●"/>
              <a:defRPr/>
            </a:lvl4pPr>
            <a:lvl5pPr indent="-317500" lvl="4" marL="2286000" rtl="0">
              <a:lnSpc>
                <a:spcPct val="125000"/>
              </a:lnSpc>
              <a:spcBef>
                <a:spcPts val="800"/>
              </a:spcBef>
              <a:spcAft>
                <a:spcPts val="0"/>
              </a:spcAft>
              <a:buSzPts val="1400"/>
              <a:buChar char="○"/>
              <a:defRPr/>
            </a:lvl5pPr>
            <a:lvl6pPr indent="-317500" lvl="5" marL="2743200" rtl="0">
              <a:lnSpc>
                <a:spcPct val="125000"/>
              </a:lnSpc>
              <a:spcBef>
                <a:spcPts val="800"/>
              </a:spcBef>
              <a:spcAft>
                <a:spcPts val="0"/>
              </a:spcAft>
              <a:buSzPts val="1400"/>
              <a:buChar char="■"/>
              <a:defRPr/>
            </a:lvl6pPr>
            <a:lvl7pPr indent="-317500" lvl="6" marL="3200400" rtl="0">
              <a:lnSpc>
                <a:spcPct val="125000"/>
              </a:lnSpc>
              <a:spcBef>
                <a:spcPts val="800"/>
              </a:spcBef>
              <a:spcAft>
                <a:spcPts val="0"/>
              </a:spcAft>
              <a:buSzPts val="1400"/>
              <a:buChar char="●"/>
              <a:defRPr/>
            </a:lvl7pPr>
            <a:lvl8pPr indent="-317500" lvl="7" marL="3657600" rtl="0">
              <a:lnSpc>
                <a:spcPct val="125000"/>
              </a:lnSpc>
              <a:spcBef>
                <a:spcPts val="800"/>
              </a:spcBef>
              <a:spcAft>
                <a:spcPts val="0"/>
              </a:spcAft>
              <a:buSzPts val="1400"/>
              <a:buChar char="○"/>
              <a:defRPr/>
            </a:lvl8pPr>
            <a:lvl9pPr indent="-317500" lvl="8" marL="4114800" rtl="0">
              <a:lnSpc>
                <a:spcPct val="125000"/>
              </a:lnSpc>
              <a:spcBef>
                <a:spcPts val="800"/>
              </a:spcBef>
              <a:spcAft>
                <a:spcPts val="800"/>
              </a:spcAft>
              <a:buSzPts val="1400"/>
              <a:buChar char="■"/>
              <a:defRPr/>
            </a:lvl9pPr>
          </a:lstStyle>
          <a:p/>
        </p:txBody>
      </p:sp>
      <p:sp>
        <p:nvSpPr>
          <p:cNvPr id="85" name="Google Shape;85;p14"/>
          <p:cNvSpPr txBox="1"/>
          <p:nvPr/>
        </p:nvSpPr>
        <p:spPr>
          <a:xfrm>
            <a:off x="5958050" y="683000"/>
            <a:ext cx="2778600" cy="109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000">
              <a:latin typeface="Montserrat"/>
              <a:ea typeface="Montserrat"/>
              <a:cs typeface="Montserrat"/>
              <a:sym typeface="Montserrat"/>
            </a:endParaRPr>
          </a:p>
        </p:txBody>
      </p:sp>
      <p:sp>
        <p:nvSpPr>
          <p:cNvPr id="86" name="Google Shape;86;p14"/>
          <p:cNvSpPr txBox="1"/>
          <p:nvPr>
            <p:ph idx="2" type="body"/>
          </p:nvPr>
        </p:nvSpPr>
        <p:spPr>
          <a:xfrm>
            <a:off x="5824575" y="683050"/>
            <a:ext cx="2911800" cy="1096800"/>
          </a:xfrm>
          <a:prstGeom prst="rect">
            <a:avLst/>
          </a:prstGeom>
        </p:spPr>
        <p:txBody>
          <a:bodyPr anchorCtr="0" anchor="ctr" bIns="91425" lIns="91425" spcFirstLastPara="1" rIns="91425" wrap="square" tIns="91425">
            <a:noAutofit/>
          </a:bodyPr>
          <a:lstStyle>
            <a:lvl1pPr indent="-292100" lvl="0" marL="457200">
              <a:spcBef>
                <a:spcPts val="0"/>
              </a:spcBef>
              <a:spcAft>
                <a:spcPts val="0"/>
              </a:spcAft>
              <a:buSzPts val="1000"/>
              <a:buChar char="●"/>
              <a:defRPr sz="1000"/>
            </a:lvl1pPr>
            <a:lvl2pPr indent="-292100" lvl="1" marL="914400">
              <a:spcBef>
                <a:spcPts val="600"/>
              </a:spcBef>
              <a:spcAft>
                <a:spcPts val="0"/>
              </a:spcAft>
              <a:buSzPts val="1000"/>
              <a:buChar char="○"/>
              <a:defRPr sz="1000"/>
            </a:lvl2pPr>
            <a:lvl3pPr indent="-292100" lvl="2" marL="1371600">
              <a:spcBef>
                <a:spcPts val="600"/>
              </a:spcBef>
              <a:spcAft>
                <a:spcPts val="0"/>
              </a:spcAft>
              <a:buSzPts val="1000"/>
              <a:buChar char="■"/>
              <a:defRPr sz="1000"/>
            </a:lvl3pPr>
            <a:lvl4pPr indent="-292100" lvl="3" marL="1828800">
              <a:spcBef>
                <a:spcPts val="600"/>
              </a:spcBef>
              <a:spcAft>
                <a:spcPts val="0"/>
              </a:spcAft>
              <a:buSzPts val="1000"/>
              <a:buChar char="●"/>
              <a:defRPr sz="1000"/>
            </a:lvl4pPr>
            <a:lvl5pPr indent="-292100" lvl="4" marL="2286000">
              <a:spcBef>
                <a:spcPts val="600"/>
              </a:spcBef>
              <a:spcAft>
                <a:spcPts val="0"/>
              </a:spcAft>
              <a:buSzPts val="1000"/>
              <a:buChar char="○"/>
              <a:defRPr sz="1000"/>
            </a:lvl5pPr>
            <a:lvl6pPr indent="-292100" lvl="5" marL="2743200">
              <a:spcBef>
                <a:spcPts val="600"/>
              </a:spcBef>
              <a:spcAft>
                <a:spcPts val="0"/>
              </a:spcAft>
              <a:buSzPts val="1000"/>
              <a:buChar char="■"/>
              <a:defRPr sz="1000"/>
            </a:lvl6pPr>
            <a:lvl7pPr indent="-292100" lvl="6" marL="3200400">
              <a:spcBef>
                <a:spcPts val="600"/>
              </a:spcBef>
              <a:spcAft>
                <a:spcPts val="0"/>
              </a:spcAft>
              <a:buSzPts val="1000"/>
              <a:buChar char="●"/>
              <a:defRPr sz="1000"/>
            </a:lvl7pPr>
            <a:lvl8pPr indent="-292100" lvl="7" marL="3657600">
              <a:spcBef>
                <a:spcPts val="600"/>
              </a:spcBef>
              <a:spcAft>
                <a:spcPts val="0"/>
              </a:spcAft>
              <a:buSzPts val="1000"/>
              <a:buChar char="○"/>
              <a:defRPr sz="1000"/>
            </a:lvl8pPr>
            <a:lvl9pPr indent="-292100" lvl="8" marL="4114800">
              <a:spcBef>
                <a:spcPts val="600"/>
              </a:spcBef>
              <a:spcAft>
                <a:spcPts val="600"/>
              </a:spcAft>
              <a:buSzPts val="1000"/>
              <a:buChar char="■"/>
              <a:defRPr sz="1000"/>
            </a:lvl9pPr>
          </a:lstStyle>
          <a:p/>
        </p:txBody>
      </p:sp>
      <p:sp>
        <p:nvSpPr>
          <p:cNvPr id="87" name="Google Shape;87;p14"/>
          <p:cNvSpPr txBox="1"/>
          <p:nvPr>
            <p:ph idx="3" type="body"/>
          </p:nvPr>
        </p:nvSpPr>
        <p:spPr>
          <a:xfrm>
            <a:off x="5824575" y="1931875"/>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sp>
        <p:nvSpPr>
          <p:cNvPr id="88" name="Google Shape;88;p14"/>
          <p:cNvSpPr txBox="1"/>
          <p:nvPr>
            <p:ph idx="4" type="body"/>
          </p:nvPr>
        </p:nvSpPr>
        <p:spPr>
          <a:xfrm>
            <a:off x="5824575" y="3180700"/>
            <a:ext cx="2911800" cy="1096800"/>
          </a:xfrm>
          <a:prstGeom prst="rect">
            <a:avLst/>
          </a:prstGeom>
        </p:spPr>
        <p:txBody>
          <a:bodyPr anchorCtr="0" anchor="ctr" bIns="91425" lIns="91425" spcFirstLastPara="1" rIns="91425" wrap="square" tIns="91425">
            <a:noAutofit/>
          </a:bodyPr>
          <a:lstStyle>
            <a:lvl1pPr indent="-292100" lvl="0" marL="457200" rtl="0">
              <a:spcBef>
                <a:spcPts val="0"/>
              </a:spcBef>
              <a:spcAft>
                <a:spcPts val="0"/>
              </a:spcAft>
              <a:buSzPts val="1000"/>
              <a:buChar char="●"/>
              <a:defRPr sz="1000"/>
            </a:lvl1pPr>
            <a:lvl2pPr indent="-292100" lvl="1" marL="914400" rtl="0">
              <a:spcBef>
                <a:spcPts val="600"/>
              </a:spcBef>
              <a:spcAft>
                <a:spcPts val="0"/>
              </a:spcAft>
              <a:buSzPts val="1000"/>
              <a:buChar char="○"/>
              <a:defRPr sz="1000"/>
            </a:lvl2pPr>
            <a:lvl3pPr indent="-292100" lvl="2" marL="1371600" rtl="0">
              <a:spcBef>
                <a:spcPts val="600"/>
              </a:spcBef>
              <a:spcAft>
                <a:spcPts val="0"/>
              </a:spcAft>
              <a:buSzPts val="1000"/>
              <a:buChar char="■"/>
              <a:defRPr sz="1000"/>
            </a:lvl3pPr>
            <a:lvl4pPr indent="-292100" lvl="3" marL="1828800" rtl="0">
              <a:spcBef>
                <a:spcPts val="600"/>
              </a:spcBef>
              <a:spcAft>
                <a:spcPts val="0"/>
              </a:spcAft>
              <a:buSzPts val="1000"/>
              <a:buChar char="●"/>
              <a:defRPr sz="1000"/>
            </a:lvl4pPr>
            <a:lvl5pPr indent="-292100" lvl="4" marL="2286000" rtl="0">
              <a:spcBef>
                <a:spcPts val="600"/>
              </a:spcBef>
              <a:spcAft>
                <a:spcPts val="0"/>
              </a:spcAft>
              <a:buSzPts val="1000"/>
              <a:buChar char="○"/>
              <a:defRPr sz="1000"/>
            </a:lvl5pPr>
            <a:lvl6pPr indent="-292100" lvl="5" marL="2743200" rtl="0">
              <a:spcBef>
                <a:spcPts val="600"/>
              </a:spcBef>
              <a:spcAft>
                <a:spcPts val="0"/>
              </a:spcAft>
              <a:buSzPts val="1000"/>
              <a:buChar char="■"/>
              <a:defRPr sz="1000"/>
            </a:lvl6pPr>
            <a:lvl7pPr indent="-292100" lvl="6" marL="3200400" rtl="0">
              <a:spcBef>
                <a:spcPts val="600"/>
              </a:spcBef>
              <a:spcAft>
                <a:spcPts val="0"/>
              </a:spcAft>
              <a:buSzPts val="1000"/>
              <a:buChar char="●"/>
              <a:defRPr sz="1000"/>
            </a:lvl7pPr>
            <a:lvl8pPr indent="-292100" lvl="7" marL="3657600" rtl="0">
              <a:spcBef>
                <a:spcPts val="600"/>
              </a:spcBef>
              <a:spcAft>
                <a:spcPts val="0"/>
              </a:spcAft>
              <a:buSzPts val="1000"/>
              <a:buChar char="○"/>
              <a:defRPr sz="1000"/>
            </a:lvl8pPr>
            <a:lvl9pPr indent="-292100" lvl="8" marL="4114800" rtl="0">
              <a:spcBef>
                <a:spcPts val="600"/>
              </a:spcBef>
              <a:spcAft>
                <a:spcPts val="600"/>
              </a:spcAft>
              <a:buSzPts val="1000"/>
              <a:buChar char="■"/>
              <a:defRPr sz="1000"/>
            </a:lvl9pPr>
          </a:lstStyle>
          <a:p/>
        </p:txBody>
      </p:sp>
      <p:pic>
        <p:nvPicPr>
          <p:cNvPr id="89" name="Google Shape;89;p14"/>
          <p:cNvPicPr preferRelativeResize="0"/>
          <p:nvPr/>
        </p:nvPicPr>
        <p:blipFill rotWithShape="1">
          <a:blip r:embed="rId3">
            <a:alphaModFix/>
          </a:blip>
          <a:srcRect b="0" l="0" r="0" t="29770"/>
          <a:stretch/>
        </p:blipFill>
        <p:spPr>
          <a:xfrm>
            <a:off x="0" y="1"/>
            <a:ext cx="9144003" cy="263400"/>
          </a:xfrm>
          <a:prstGeom prst="rect">
            <a:avLst/>
          </a:prstGeom>
          <a:noFill/>
          <a:ln>
            <a:noFill/>
          </a:ln>
        </p:spPr>
      </p:pic>
    </p:spTree>
  </p:cSld>
  <p:clrMapOvr>
    <a:masterClrMapping/>
  </p:clrMapOvr>
  <p:extLst>
    <p:ext uri="{DCECCB84-F9BA-43D5-87BE-67443E8EF086}">
      <p15:sldGuideLst>
        <p15:guide id="1" pos="2880">
          <p15:clr>
            <a:srgbClr val="FA7B17"/>
          </p15:clr>
        </p15:guide>
        <p15:guide id="2" orient="horz" pos="432">
          <p15:clr>
            <a:srgbClr val="FA7B17"/>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
    <p:bg>
      <p:bgPr>
        <a:solidFill>
          <a:srgbClr val="220337"/>
        </a:solidFill>
      </p:bgPr>
    </p:bg>
    <p:spTree>
      <p:nvGrpSpPr>
        <p:cNvPr id="90" name="Shape 90"/>
        <p:cNvGrpSpPr/>
        <p:nvPr/>
      </p:nvGrpSpPr>
      <p:grpSpPr>
        <a:xfrm>
          <a:off x="0" y="0"/>
          <a:ext cx="0" cy="0"/>
          <a:chOff x="0" y="0"/>
          <a:chExt cx="0" cy="0"/>
        </a:xfrm>
      </p:grpSpPr>
      <p:pic>
        <p:nvPicPr>
          <p:cNvPr id="91" name="Google Shape;91;p15"/>
          <p:cNvPicPr preferRelativeResize="0"/>
          <p:nvPr/>
        </p:nvPicPr>
        <p:blipFill>
          <a:blip r:embed="rId2">
            <a:alphaModFix/>
          </a:blip>
          <a:stretch>
            <a:fillRect/>
          </a:stretch>
        </p:blipFill>
        <p:spPr>
          <a:xfrm>
            <a:off x="0" y="0"/>
            <a:ext cx="9144003" cy="5143501"/>
          </a:xfrm>
          <a:prstGeom prst="rect">
            <a:avLst/>
          </a:prstGeom>
          <a:noFill/>
          <a:ln>
            <a:noFill/>
          </a:ln>
        </p:spPr>
      </p:pic>
      <p:pic>
        <p:nvPicPr>
          <p:cNvPr descr=" " id="92" name="Google Shape;92;p15"/>
          <p:cNvPicPr preferRelativeResize="0"/>
          <p:nvPr/>
        </p:nvPicPr>
        <p:blipFill rotWithShape="1">
          <a:blip r:embed="rId3">
            <a:alphaModFix/>
          </a:blip>
          <a:srcRect b="0" l="0" r="0" t="0"/>
          <a:stretch/>
        </p:blipFill>
        <p:spPr>
          <a:xfrm>
            <a:off x="407175" y="4539121"/>
            <a:ext cx="776077" cy="263400"/>
          </a:xfrm>
          <a:prstGeom prst="rect">
            <a:avLst/>
          </a:prstGeom>
          <a:noFill/>
          <a:ln>
            <a:noFill/>
          </a:ln>
        </p:spPr>
      </p:pic>
      <p:sp>
        <p:nvSpPr>
          <p:cNvPr id="93" name="Google Shape;93;p15"/>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rgbClr val="FFFFFF"/>
                </a:solidFill>
                <a:latin typeface="Montserrat"/>
                <a:ea typeface="Montserrat"/>
                <a:cs typeface="Montserrat"/>
                <a:sym typeface="Montserrat"/>
              </a:rPr>
              <a:t>‹#›</a:t>
            </a:fld>
            <a:endParaRPr b="1" sz="700">
              <a:solidFill>
                <a:srgbClr val="FFFFFF"/>
              </a:solidFill>
              <a:latin typeface="Montserrat"/>
              <a:ea typeface="Montserrat"/>
              <a:cs typeface="Montserrat"/>
              <a:sym typeface="Montserrat"/>
            </a:endParaRPr>
          </a:p>
        </p:txBody>
      </p:sp>
      <p:sp>
        <p:nvSpPr>
          <p:cNvPr id="94" name="Google Shape;94;p15"/>
          <p:cNvSpPr txBox="1"/>
          <p:nvPr>
            <p:ph type="title"/>
          </p:nvPr>
        </p:nvSpPr>
        <p:spPr>
          <a:xfrm>
            <a:off x="904850" y="1264532"/>
            <a:ext cx="6710700" cy="15951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rgbClr val="FFFFFF"/>
                </a:solidFill>
              </a:defRPr>
            </a:lvl2pPr>
            <a:lvl3pPr lvl="2" rtl="0">
              <a:spcBef>
                <a:spcPts val="0"/>
              </a:spcBef>
              <a:spcAft>
                <a:spcPts val="0"/>
              </a:spcAft>
              <a:buNone/>
              <a:defRPr>
                <a:solidFill>
                  <a:srgbClr val="FFFFFF"/>
                </a:solidFill>
              </a:defRPr>
            </a:lvl3pPr>
            <a:lvl4pPr lvl="3" rtl="0">
              <a:spcBef>
                <a:spcPts val="0"/>
              </a:spcBef>
              <a:spcAft>
                <a:spcPts val="0"/>
              </a:spcAft>
              <a:buNone/>
              <a:defRPr>
                <a:solidFill>
                  <a:srgbClr val="FFFFFF"/>
                </a:solidFill>
              </a:defRPr>
            </a:lvl4pPr>
            <a:lvl5pPr lvl="4" rtl="0">
              <a:spcBef>
                <a:spcPts val="0"/>
              </a:spcBef>
              <a:spcAft>
                <a:spcPts val="0"/>
              </a:spcAft>
              <a:buNone/>
              <a:defRPr>
                <a:solidFill>
                  <a:srgbClr val="FFFFFF"/>
                </a:solidFill>
              </a:defRPr>
            </a:lvl5pPr>
            <a:lvl6pPr lvl="5" rtl="0">
              <a:spcBef>
                <a:spcPts val="0"/>
              </a:spcBef>
              <a:spcAft>
                <a:spcPts val="0"/>
              </a:spcAft>
              <a:buNone/>
              <a:defRPr>
                <a:solidFill>
                  <a:srgbClr val="FFFFFF"/>
                </a:solidFill>
              </a:defRPr>
            </a:lvl6pPr>
            <a:lvl7pPr lvl="6" rtl="0">
              <a:spcBef>
                <a:spcPts val="0"/>
              </a:spcBef>
              <a:spcAft>
                <a:spcPts val="0"/>
              </a:spcAft>
              <a:buNone/>
              <a:defRPr>
                <a:solidFill>
                  <a:srgbClr val="FFFFFF"/>
                </a:solidFill>
              </a:defRPr>
            </a:lvl7pPr>
            <a:lvl8pPr lvl="7" rtl="0">
              <a:spcBef>
                <a:spcPts val="0"/>
              </a:spcBef>
              <a:spcAft>
                <a:spcPts val="0"/>
              </a:spcAft>
              <a:buNone/>
              <a:defRPr>
                <a:solidFill>
                  <a:srgbClr val="FFFFFF"/>
                </a:solidFill>
              </a:defRPr>
            </a:lvl8pPr>
            <a:lvl9pPr lvl="8" rtl="0">
              <a:spcBef>
                <a:spcPts val="0"/>
              </a:spcBef>
              <a:spcAft>
                <a:spcPts val="0"/>
              </a:spcAft>
              <a:buNone/>
              <a:defRPr>
                <a:solidFill>
                  <a:srgbClr val="FFFFFF"/>
                </a:solidFill>
              </a:defRPr>
            </a:lvl9pPr>
          </a:lstStyle>
          <a:p/>
        </p:txBody>
      </p:sp>
      <p:sp>
        <p:nvSpPr>
          <p:cNvPr id="95" name="Google Shape;95;p15"/>
          <p:cNvSpPr txBox="1"/>
          <p:nvPr>
            <p:ph idx="1" type="subTitle"/>
          </p:nvPr>
        </p:nvSpPr>
        <p:spPr>
          <a:xfrm>
            <a:off x="974919" y="3029082"/>
            <a:ext cx="3715200" cy="500700"/>
          </a:xfrm>
          <a:prstGeom prst="rect">
            <a:avLst/>
          </a:prstGeom>
        </p:spPr>
        <p:txBody>
          <a:bodyPr anchorCtr="0" anchor="t" bIns="91425" lIns="91425" spcFirstLastPara="1" rIns="91425" wrap="square" tIns="91425">
            <a:noAutofit/>
          </a:bodyPr>
          <a:lstStyle>
            <a:lvl1pPr lvl="0">
              <a:spcBef>
                <a:spcPts val="0"/>
              </a:spcBef>
              <a:spcAft>
                <a:spcPts val="0"/>
              </a:spcAft>
              <a:buNone/>
              <a:defRPr>
                <a:solidFill>
                  <a:schemeClr val="dk1"/>
                </a:solidFill>
              </a:defRPr>
            </a:lvl1pPr>
            <a:lvl2pPr lvl="1">
              <a:spcBef>
                <a:spcPts val="1600"/>
              </a:spcBef>
              <a:spcAft>
                <a:spcPts val="0"/>
              </a:spcAft>
              <a:buNone/>
              <a:defRPr/>
            </a:lvl2pPr>
            <a:lvl3pPr lvl="2">
              <a:spcBef>
                <a:spcPts val="1600"/>
              </a:spcBef>
              <a:spcAft>
                <a:spcPts val="0"/>
              </a:spcAft>
              <a:buNone/>
              <a:defRPr/>
            </a:lvl3pPr>
            <a:lvl4pPr lvl="3">
              <a:spcBef>
                <a:spcPts val="1600"/>
              </a:spcBef>
              <a:spcAft>
                <a:spcPts val="0"/>
              </a:spcAft>
              <a:buNone/>
              <a:defRPr/>
            </a:lvl4pPr>
            <a:lvl5pPr lvl="4">
              <a:spcBef>
                <a:spcPts val="1600"/>
              </a:spcBef>
              <a:spcAft>
                <a:spcPts val="0"/>
              </a:spcAft>
              <a:buNone/>
              <a:defRPr/>
            </a:lvl5pPr>
            <a:lvl6pPr lvl="5">
              <a:spcBef>
                <a:spcPts val="1600"/>
              </a:spcBef>
              <a:spcAft>
                <a:spcPts val="0"/>
              </a:spcAft>
              <a:buNone/>
              <a:defRPr/>
            </a:lvl6pPr>
            <a:lvl7pPr lvl="6">
              <a:spcBef>
                <a:spcPts val="1600"/>
              </a:spcBef>
              <a:spcAft>
                <a:spcPts val="0"/>
              </a:spcAft>
              <a:buNone/>
              <a:defRPr/>
            </a:lvl7pPr>
            <a:lvl8pPr lvl="7">
              <a:spcBef>
                <a:spcPts val="1600"/>
              </a:spcBef>
              <a:spcAft>
                <a:spcPts val="0"/>
              </a:spcAft>
              <a:buNone/>
              <a:defRPr/>
            </a:lvl8pPr>
            <a:lvl9pPr lvl="8">
              <a:spcBef>
                <a:spcPts val="1600"/>
              </a:spcBef>
              <a:spcAft>
                <a:spcPts val="1600"/>
              </a:spcAft>
              <a:buNone/>
              <a:defRPr/>
            </a:lvl9pPr>
          </a:lstStyle>
          <a:p/>
        </p:txBody>
      </p:sp>
      <p:pic>
        <p:nvPicPr>
          <p:cNvPr descr=" " id="96" name="Google Shape;96;p15"/>
          <p:cNvPicPr preferRelativeResize="0"/>
          <p:nvPr/>
        </p:nvPicPr>
        <p:blipFill>
          <a:blip r:embed="rId4">
            <a:alphaModFix/>
          </a:blip>
          <a:stretch>
            <a:fillRect/>
          </a:stretch>
        </p:blipFill>
        <p:spPr>
          <a:xfrm>
            <a:off x="407175" y="4539121"/>
            <a:ext cx="776077" cy="2634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2">
  <p:cSld name="CUSTOM_3">
    <p:bg>
      <p:bgPr>
        <a:solidFill>
          <a:schemeClr val="lt2"/>
        </a:solidFill>
      </p:bgPr>
    </p:bg>
    <p:spTree>
      <p:nvGrpSpPr>
        <p:cNvPr id="97" name="Shape 97"/>
        <p:cNvGrpSpPr/>
        <p:nvPr/>
      </p:nvGrpSpPr>
      <p:grpSpPr>
        <a:xfrm>
          <a:off x="0" y="0"/>
          <a:ext cx="0" cy="0"/>
          <a:chOff x="0" y="0"/>
          <a:chExt cx="0" cy="0"/>
        </a:xfrm>
      </p:grpSpPr>
      <p:pic>
        <p:nvPicPr>
          <p:cNvPr id="98" name="Google Shape;98;p16"/>
          <p:cNvPicPr preferRelativeResize="0"/>
          <p:nvPr/>
        </p:nvPicPr>
        <p:blipFill>
          <a:blip r:embed="rId2">
            <a:alphaModFix/>
          </a:blip>
          <a:stretch>
            <a:fillRect/>
          </a:stretch>
        </p:blipFill>
        <p:spPr>
          <a:xfrm>
            <a:off x="-62802" y="-34225"/>
            <a:ext cx="9269596" cy="5180999"/>
          </a:xfrm>
          <a:prstGeom prst="rect">
            <a:avLst/>
          </a:prstGeom>
          <a:noFill/>
          <a:ln>
            <a:noFill/>
          </a:ln>
        </p:spPr>
      </p:pic>
      <p:pic>
        <p:nvPicPr>
          <p:cNvPr descr=" " id="99" name="Google Shape;99;p16"/>
          <p:cNvPicPr preferRelativeResize="0"/>
          <p:nvPr/>
        </p:nvPicPr>
        <p:blipFill>
          <a:blip r:embed="rId3">
            <a:alphaModFix/>
          </a:blip>
          <a:stretch>
            <a:fillRect/>
          </a:stretch>
        </p:blipFill>
        <p:spPr>
          <a:xfrm>
            <a:off x="407175" y="4539121"/>
            <a:ext cx="776077" cy="263400"/>
          </a:xfrm>
          <a:prstGeom prst="rect">
            <a:avLst/>
          </a:prstGeom>
          <a:noFill/>
          <a:ln>
            <a:noFill/>
          </a:ln>
        </p:spPr>
      </p:pic>
      <p:sp>
        <p:nvSpPr>
          <p:cNvPr id="100" name="Google Shape;100;p16"/>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
        <p:nvSpPr>
          <p:cNvPr id="101" name="Google Shape;101;p16"/>
          <p:cNvSpPr txBox="1"/>
          <p:nvPr>
            <p:ph type="title"/>
          </p:nvPr>
        </p:nvSpPr>
        <p:spPr>
          <a:xfrm>
            <a:off x="592275" y="522825"/>
            <a:ext cx="8144400" cy="3753000"/>
          </a:xfrm>
          <a:prstGeom prst="rect">
            <a:avLst/>
          </a:prstGeom>
        </p:spPr>
        <p:txBody>
          <a:bodyPr anchorCtr="0" anchor="ctr" bIns="91425" lIns="91425" spcFirstLastPara="1" rIns="91425" wrap="square" tIns="91425">
            <a:noAutofit/>
          </a:bodyPr>
          <a:lstStyle>
            <a:lvl1pPr lvl="0" rtl="0">
              <a:lnSpc>
                <a:spcPct val="80000"/>
              </a:lnSpc>
              <a:spcBef>
                <a:spcPts val="0"/>
              </a:spcBef>
              <a:spcAft>
                <a:spcPts val="0"/>
              </a:spcAft>
              <a:buNone/>
              <a:defRPr sz="6000">
                <a:solidFill>
                  <a:schemeClr val="dk1"/>
                </a:solidFill>
              </a:defRPr>
            </a:lvl1pPr>
            <a:lvl2pPr lvl="1" rtl="0">
              <a:spcBef>
                <a:spcPts val="0"/>
              </a:spcBef>
              <a:spcAft>
                <a:spcPts val="0"/>
              </a:spcAft>
              <a:buNone/>
              <a:defRPr>
                <a:solidFill>
                  <a:schemeClr val="dk1"/>
                </a:solidFill>
              </a:defRPr>
            </a:lvl2pPr>
            <a:lvl3pPr lvl="2" rtl="0">
              <a:spcBef>
                <a:spcPts val="0"/>
              </a:spcBef>
              <a:spcAft>
                <a:spcPts val="0"/>
              </a:spcAft>
              <a:buNone/>
              <a:defRPr>
                <a:solidFill>
                  <a:schemeClr val="dk1"/>
                </a:solidFill>
              </a:defRPr>
            </a:lvl3pPr>
            <a:lvl4pPr lvl="3" rtl="0">
              <a:spcBef>
                <a:spcPts val="0"/>
              </a:spcBef>
              <a:spcAft>
                <a:spcPts val="0"/>
              </a:spcAft>
              <a:buNone/>
              <a:defRPr>
                <a:solidFill>
                  <a:schemeClr val="dk1"/>
                </a:solidFill>
              </a:defRPr>
            </a:lvl4pPr>
            <a:lvl5pPr lvl="4" rtl="0">
              <a:spcBef>
                <a:spcPts val="0"/>
              </a:spcBef>
              <a:spcAft>
                <a:spcPts val="0"/>
              </a:spcAft>
              <a:buNone/>
              <a:defRPr>
                <a:solidFill>
                  <a:schemeClr val="dk1"/>
                </a:solidFill>
              </a:defRPr>
            </a:lvl5pPr>
            <a:lvl6pPr lvl="5" rtl="0">
              <a:spcBef>
                <a:spcPts val="0"/>
              </a:spcBef>
              <a:spcAft>
                <a:spcPts val="0"/>
              </a:spcAft>
              <a:buNone/>
              <a:defRPr>
                <a:solidFill>
                  <a:schemeClr val="dk1"/>
                </a:solidFill>
              </a:defRPr>
            </a:lvl6pPr>
            <a:lvl7pPr lvl="6" rtl="0">
              <a:spcBef>
                <a:spcPts val="0"/>
              </a:spcBef>
              <a:spcAft>
                <a:spcPts val="0"/>
              </a:spcAft>
              <a:buNone/>
              <a:defRPr>
                <a:solidFill>
                  <a:schemeClr val="dk1"/>
                </a:solidFill>
              </a:defRPr>
            </a:lvl7pPr>
            <a:lvl8pPr lvl="7" rtl="0">
              <a:spcBef>
                <a:spcPts val="0"/>
              </a:spcBef>
              <a:spcAft>
                <a:spcPts val="0"/>
              </a:spcAft>
              <a:buNone/>
              <a:defRPr>
                <a:solidFill>
                  <a:schemeClr val="dk1"/>
                </a:solidFill>
              </a:defRPr>
            </a:lvl8pPr>
            <a:lvl9pPr lvl="8" rtl="0">
              <a:spcBef>
                <a:spcPts val="0"/>
              </a:spcBef>
              <a:spcAft>
                <a:spcPts val="0"/>
              </a:spcAft>
              <a:buNone/>
              <a:defRPr>
                <a:solidFill>
                  <a:schemeClr val="dk1"/>
                </a:solidFil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folio" type="blank">
  <p:cSld name="BLANK">
    <p:spTree>
      <p:nvGrpSpPr>
        <p:cNvPr id="102" name="Shape 102"/>
        <p:cNvGrpSpPr/>
        <p:nvPr/>
      </p:nvGrpSpPr>
      <p:grpSpPr>
        <a:xfrm>
          <a:off x="0" y="0"/>
          <a:ext cx="0" cy="0"/>
          <a:chOff x="0" y="0"/>
          <a:chExt cx="0" cy="0"/>
        </a:xfrm>
      </p:grpSpPr>
      <p:pic>
        <p:nvPicPr>
          <p:cNvPr descr=" " id="103" name="Google Shape;103;p17"/>
          <p:cNvPicPr preferRelativeResize="0"/>
          <p:nvPr/>
        </p:nvPicPr>
        <p:blipFill>
          <a:blip r:embed="rId2">
            <a:alphaModFix/>
          </a:blip>
          <a:stretch>
            <a:fillRect/>
          </a:stretch>
        </p:blipFill>
        <p:spPr>
          <a:xfrm>
            <a:off x="407175" y="4539121"/>
            <a:ext cx="776077" cy="263400"/>
          </a:xfrm>
          <a:prstGeom prst="rect">
            <a:avLst/>
          </a:prstGeom>
          <a:noFill/>
          <a:ln>
            <a:noFill/>
          </a:ln>
        </p:spPr>
      </p:pic>
      <p:sp>
        <p:nvSpPr>
          <p:cNvPr id="104" name="Google Shape;104;p17"/>
          <p:cNvSpPr txBox="1"/>
          <p:nvPr/>
        </p:nvSpPr>
        <p:spPr>
          <a:xfrm>
            <a:off x="4619925" y="4517225"/>
            <a:ext cx="4192800" cy="307200"/>
          </a:xfrm>
          <a:prstGeom prst="rect">
            <a:avLst/>
          </a:prstGeom>
          <a:noFill/>
          <a:ln>
            <a:noFill/>
          </a:ln>
        </p:spPr>
        <p:txBody>
          <a:bodyPr anchorCtr="0" anchor="t" bIns="91425" lIns="91425" spcFirstLastPara="1" rIns="91425" wrap="square" tIns="91425">
            <a:noAutofit/>
          </a:bodyPr>
          <a:lstStyle/>
          <a:p>
            <a:pPr indent="0" lvl="0" marL="0" rtl="0" algn="r">
              <a:spcBef>
                <a:spcPts val="0"/>
              </a:spcBef>
              <a:spcAft>
                <a:spcPts val="0"/>
              </a:spcAft>
              <a:buNone/>
            </a:pPr>
            <a:fld id="{00000000-1234-1234-1234-123412341234}" type="slidenum">
              <a:rPr b="1" lang="en" sz="700">
                <a:solidFill>
                  <a:schemeClr val="accent2"/>
                </a:solidFill>
                <a:latin typeface="Montserrat"/>
                <a:ea typeface="Montserrat"/>
                <a:cs typeface="Montserrat"/>
                <a:sym typeface="Montserrat"/>
              </a:rPr>
              <a:t>‹#›</a:t>
            </a:fld>
            <a:endParaRPr b="1" sz="700">
              <a:solidFill>
                <a:schemeClr val="accent2"/>
              </a:solidFill>
              <a:latin typeface="Montserrat"/>
              <a:ea typeface="Montserrat"/>
              <a:cs typeface="Montserrat"/>
              <a:sym typeface="Montserrat"/>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05" name="Shape 10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368825"/>
            <a:ext cx="8424900" cy="5727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rgbClr val="57068C"/>
              </a:buClr>
              <a:buSzPts val="3600"/>
              <a:buFont typeface="Frank Ruhl Libre"/>
              <a:buNone/>
              <a:defRPr b="1" sz="3600">
                <a:solidFill>
                  <a:srgbClr val="57068C"/>
                </a:solidFill>
                <a:latin typeface="Frank Ruhl Libre"/>
                <a:ea typeface="Frank Ruhl Libre"/>
                <a:cs typeface="Frank Ruhl Libre"/>
                <a:sym typeface="Frank Ruhl Libre"/>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424900" cy="3123300"/>
          </a:xfrm>
          <a:prstGeom prst="rect">
            <a:avLst/>
          </a:prstGeom>
          <a:noFill/>
          <a:ln>
            <a:noFill/>
          </a:ln>
        </p:spPr>
        <p:txBody>
          <a:bodyPr anchorCtr="0" anchor="t" bIns="91425" lIns="91425" spcFirstLastPara="1" rIns="91425" wrap="square" tIns="91425">
            <a:noAutofit/>
          </a:bodyPr>
          <a:lstStyle>
            <a:lvl1pPr indent="-342900" lvl="0" marL="457200">
              <a:lnSpc>
                <a:spcPct val="115000"/>
              </a:lnSpc>
              <a:spcBef>
                <a:spcPts val="0"/>
              </a:spcBef>
              <a:spcAft>
                <a:spcPts val="0"/>
              </a:spcAft>
              <a:buClr>
                <a:srgbClr val="57068C"/>
              </a:buClr>
              <a:buSzPts val="1800"/>
              <a:buFont typeface="Montserrat"/>
              <a:buChar char="●"/>
              <a:defRPr sz="1800">
                <a:solidFill>
                  <a:srgbClr val="333333"/>
                </a:solidFill>
                <a:latin typeface="Montserrat"/>
                <a:ea typeface="Montserrat"/>
                <a:cs typeface="Montserrat"/>
                <a:sym typeface="Montserrat"/>
              </a:defRPr>
            </a:lvl1pPr>
            <a:lvl2pPr indent="-317500" lvl="1" marL="914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2pPr>
            <a:lvl3pPr indent="-317500" lvl="2" marL="1371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3pPr>
            <a:lvl4pPr indent="-317500" lvl="3" marL="18288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4pPr>
            <a:lvl5pPr indent="-317500" lvl="4" marL="22860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5pPr>
            <a:lvl6pPr indent="-317500" lvl="5" marL="27432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6pPr>
            <a:lvl7pPr indent="-317500" lvl="6" marL="32004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7pPr>
            <a:lvl8pPr indent="-317500" lvl="7" marL="3657600">
              <a:lnSpc>
                <a:spcPct val="115000"/>
              </a:lnSpc>
              <a:spcBef>
                <a:spcPts val="1600"/>
              </a:spcBef>
              <a:spcAft>
                <a:spcPts val="0"/>
              </a:spcAft>
              <a:buClr>
                <a:srgbClr val="57068C"/>
              </a:buClr>
              <a:buSzPts val="1400"/>
              <a:buFont typeface="Montserrat"/>
              <a:buChar char="○"/>
              <a:defRPr>
                <a:solidFill>
                  <a:srgbClr val="333333"/>
                </a:solidFill>
                <a:latin typeface="Montserrat"/>
                <a:ea typeface="Montserrat"/>
                <a:cs typeface="Montserrat"/>
                <a:sym typeface="Montserrat"/>
              </a:defRPr>
            </a:lvl8pPr>
            <a:lvl9pPr indent="-317500" lvl="8" marL="4114800">
              <a:lnSpc>
                <a:spcPct val="115000"/>
              </a:lnSpc>
              <a:spcBef>
                <a:spcPts val="1600"/>
              </a:spcBef>
              <a:spcAft>
                <a:spcPts val="1600"/>
              </a:spcAft>
              <a:buClr>
                <a:srgbClr val="57068C"/>
              </a:buClr>
              <a:buSzPts val="1400"/>
              <a:buFont typeface="Montserrat"/>
              <a:buChar char="■"/>
              <a:defRPr>
                <a:solidFill>
                  <a:srgbClr val="333333"/>
                </a:solidFill>
                <a:latin typeface="Montserrat"/>
                <a:ea typeface="Montserrat"/>
                <a:cs typeface="Montserrat"/>
                <a:sym typeface="Montserrat"/>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56">
          <p15:clr>
            <a:srgbClr val="EA4335"/>
          </p15:clr>
        </p15:guide>
        <p15:guide id="2" orient="horz" pos="3025">
          <p15:clr>
            <a:srgbClr val="EA4335"/>
          </p15:clr>
        </p15:guide>
        <p15:guide id="3" pos="5503">
          <p15:clr>
            <a:srgbClr val="EA4335"/>
          </p15:clr>
        </p15:guide>
        <p15:guide id="4" orient="horz" pos="2693">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chart" Target="../charts/char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1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9"/>
          <p:cNvSpPr txBox="1"/>
          <p:nvPr>
            <p:ph type="title"/>
          </p:nvPr>
        </p:nvSpPr>
        <p:spPr>
          <a:xfrm>
            <a:off x="904850" y="1253682"/>
            <a:ext cx="7333800" cy="15951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None/>
            </a:pPr>
            <a:r>
              <a:rPr lang="en"/>
              <a:t>Predicting DEM label-free</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1</a:t>
            </a:r>
            <a:br/>
            <a:r>
              <a:rPr sz="4100"/>
              <a:t>Problem and approach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Same physics, different training signal</a:t>
            </a:r>
          </a:p>
        </p:txBody>
      </p:sp>
      <p:sp>
        <p:nvSpPr>
          <p:cNvPr id="3" name="TextBox 2"/>
          <p:cNvSpPr txBox="1"/>
          <p:nvPr/>
        </p:nvSpPr>
        <p:spPr>
          <a:xfrm>
            <a:off x="365760" y="914400"/>
            <a:ext cx="8412480" cy="365760"/>
          </a:xfrm>
          <a:prstGeom prst="rect">
            <a:avLst/>
          </a:prstGeom>
          <a:noFill/>
        </p:spPr>
        <p:txBody>
          <a:bodyPr wrap="square" anchor="t" lIns="0" rIns="0" tIns="0" bIns="0">
            <a:spAutoFit/>
          </a:bodyPr>
          <a:lstStyle/>
          <a:p>
            <a:pPr algn="l">
              <a:spcAft>
                <a:spcPts val="600"/>
              </a:spcAft>
            </a:pPr>
            <a:r>
              <a:rPr sz="1250" b="0" i="0">
                <a:solidFill>
                  <a:srgbClr val="333333"/>
                </a:solidFill>
              </a:rPr>
              <a:t>Solvers (BP, ElasticNet) run one optimisation per pixel: accurate, but slow at full resolution.</a:t>
            </a:r>
          </a:p>
        </p:txBody>
      </p:sp>
      <p:sp>
        <p:nvSpPr>
          <p:cNvPr id="4" name="TextBox 3"/>
          <p:cNvSpPr txBox="1"/>
          <p:nvPr/>
        </p:nvSpPr>
        <p:spPr>
          <a:xfrm>
            <a:off x="365760" y="153619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Supervised</a:t>
            </a:r>
          </a:p>
          <a:p>
            <a:pPr algn="l">
              <a:spcAft>
                <a:spcPts val="200"/>
              </a:spcAft>
            </a:pPr>
            <a:r>
              <a:rPr sz="1000" b="0" i="0">
                <a:solidFill>
                  <a:srgbClr val="6B6B6B"/>
                </a:solidFill>
              </a:rPr>
              <a:t>learns the solver's DEMs</a:t>
            </a:r>
          </a:p>
        </p:txBody>
      </p:sp>
      <p:sp>
        <p:nvSpPr>
          <p:cNvPr id="5" name="Rounded Rectangle 4"/>
          <p:cNvSpPr/>
          <p:nvPr/>
        </p:nvSpPr>
        <p:spPr>
          <a:xfrm>
            <a:off x="1783080"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6" name="Rounded Rectangle 5"/>
          <p:cNvSpPr/>
          <p:nvPr/>
        </p:nvSpPr>
        <p:spPr>
          <a:xfrm>
            <a:off x="3090672" y="146304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7" name="Rounded Rectangle 6"/>
          <p:cNvSpPr/>
          <p:nvPr/>
        </p:nvSpPr>
        <p:spPr>
          <a:xfrm>
            <a:off x="4398264" y="146304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cxnSp>
        <p:nvCxnSpPr>
          <p:cNvPr id="8" name="Connector 7"/>
          <p:cNvCxnSpPr/>
          <p:nvPr/>
        </p:nvCxnSpPr>
        <p:spPr>
          <a:xfrm>
            <a:off x="2834640"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142232" y="178308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016752" y="146304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Solver's DEM</a:t>
            </a:r>
          </a:p>
          <a:p>
            <a:pPr algn="ctr"/>
            <a:r>
              <a:rPr sz="900">
                <a:solidFill>
                  <a:srgbClr val="333333"/>
                </a:solidFill>
              </a:rPr>
              <a:t>label</a:t>
            </a:r>
          </a:p>
        </p:txBody>
      </p:sp>
      <p:cxnSp>
        <p:nvCxnSpPr>
          <p:cNvPr id="11" name="Connector 10"/>
          <p:cNvCxnSpPr/>
          <p:nvPr/>
        </p:nvCxnSpPr>
        <p:spPr>
          <a:xfrm>
            <a:off x="5449824" y="178308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522976" y="166420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13" name="TextBox 12"/>
          <p:cNvSpPr txBox="1"/>
          <p:nvPr/>
        </p:nvSpPr>
        <p:spPr>
          <a:xfrm>
            <a:off x="365760" y="2633472"/>
            <a:ext cx="1325880" cy="722376"/>
          </a:xfrm>
          <a:prstGeom prst="rect">
            <a:avLst/>
          </a:prstGeom>
          <a:noFill/>
        </p:spPr>
        <p:txBody>
          <a:bodyPr wrap="square" anchor="t" lIns="0" rIns="0" tIns="0" bIns="0">
            <a:spAutoFit/>
          </a:bodyPr>
          <a:lstStyle/>
          <a:p>
            <a:pPr algn="l">
              <a:spcAft>
                <a:spcPts val="200"/>
              </a:spcAft>
            </a:pPr>
            <a:r>
              <a:rPr sz="1250" b="1" i="0">
                <a:solidFill>
                  <a:srgbClr val="57068C"/>
                </a:solidFill>
              </a:rPr>
              <a:t>Label-free (unsupervised)</a:t>
            </a:r>
          </a:p>
          <a:p>
            <a:pPr algn="l">
              <a:spcAft>
                <a:spcPts val="200"/>
              </a:spcAft>
            </a:pPr>
            <a:r>
              <a:rPr sz="1000" b="0" i="0">
                <a:solidFill>
                  <a:srgbClr val="6B6B6B"/>
                </a:solidFill>
              </a:rPr>
              <a:t>learns the solver's objective implicitly</a:t>
            </a:r>
          </a:p>
        </p:txBody>
      </p:sp>
      <p:sp>
        <p:nvSpPr>
          <p:cNvPr id="14" name="Rounded Rectangle 13"/>
          <p:cNvSpPr/>
          <p:nvPr/>
        </p:nvSpPr>
        <p:spPr>
          <a:xfrm>
            <a:off x="1783080"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Observed AIA</a:t>
            </a:r>
          </a:p>
          <a:p>
            <a:pPr algn="ctr"/>
            <a:r>
              <a:rPr sz="900">
                <a:solidFill>
                  <a:srgbClr val="333333"/>
                </a:solidFill>
              </a:rPr>
              <a:t>6 channels</a:t>
            </a:r>
          </a:p>
        </p:txBody>
      </p:sp>
      <p:sp>
        <p:nvSpPr>
          <p:cNvPr id="15" name="Rounded Rectangle 14"/>
          <p:cNvSpPr/>
          <p:nvPr/>
        </p:nvSpPr>
        <p:spPr>
          <a:xfrm>
            <a:off x="3090672" y="2560320"/>
            <a:ext cx="1051560" cy="6400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FFFFFF"/>
                </a:solidFill>
              </a:rPr>
              <a:t>Model</a:t>
            </a:r>
          </a:p>
        </p:txBody>
      </p:sp>
      <p:sp>
        <p:nvSpPr>
          <p:cNvPr id="16" name="Rounded Rectangle 15"/>
          <p:cNvSpPr/>
          <p:nvPr/>
        </p:nvSpPr>
        <p:spPr>
          <a:xfrm>
            <a:off x="4398264"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DEM</a:t>
            </a:r>
          </a:p>
          <a:p>
            <a:pPr algn="ctr"/>
            <a:r>
              <a:rPr sz="900">
                <a:solidFill>
                  <a:srgbClr val="333333"/>
                </a:solidFill>
              </a:rPr>
              <a:t>18 bins</a:t>
            </a:r>
          </a:p>
        </p:txBody>
      </p:sp>
      <p:sp>
        <p:nvSpPr>
          <p:cNvPr id="17" name="Rounded Rectangle 16"/>
          <p:cNvSpPr/>
          <p:nvPr/>
        </p:nvSpPr>
        <p:spPr>
          <a:xfrm>
            <a:off x="5705856" y="2560320"/>
            <a:ext cx="1051560" cy="6400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57068C"/>
                </a:solidFill>
              </a:rPr>
              <a:t>Predicted AIA</a:t>
            </a:r>
          </a:p>
          <a:p>
            <a:pPr algn="ctr"/>
            <a:r>
              <a:rPr sz="900">
                <a:solidFill>
                  <a:srgbClr val="333333"/>
                </a:solidFill>
              </a:rPr>
              <a:t>via response R</a:t>
            </a:r>
          </a:p>
        </p:txBody>
      </p:sp>
      <p:cxnSp>
        <p:nvCxnSpPr>
          <p:cNvPr id="18" name="Connector 17"/>
          <p:cNvCxnSpPr/>
          <p:nvPr/>
        </p:nvCxnSpPr>
        <p:spPr>
          <a:xfrm>
            <a:off x="2834640"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142232"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449824" y="2880360"/>
            <a:ext cx="256032"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324344" y="2560320"/>
            <a:ext cx="1051560" cy="640080"/>
          </a:xfrm>
          <a:prstGeom prst="roundRect">
            <a:avLst>
              <a:gd name="adj" fmla="val 6000"/>
            </a:avLst>
          </a:prstGeom>
          <a:solidFill>
            <a:srgbClr val="ECEBE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00" b="1">
                <a:solidFill>
                  <a:srgbClr val="333333"/>
                </a:solidFill>
              </a:rPr>
              <a:t>Observed AIA</a:t>
            </a:r>
          </a:p>
          <a:p>
            <a:pPr algn="ctr"/>
            <a:r>
              <a:rPr sz="900">
                <a:solidFill>
                  <a:srgbClr val="333333"/>
                </a:solidFill>
              </a:rPr>
              <a:t>6 channels</a:t>
            </a:r>
          </a:p>
        </p:txBody>
      </p:sp>
      <p:cxnSp>
        <p:nvCxnSpPr>
          <p:cNvPr id="22" name="Connector 21"/>
          <p:cNvCxnSpPr/>
          <p:nvPr/>
        </p:nvCxnSpPr>
        <p:spPr>
          <a:xfrm>
            <a:off x="6757416" y="2880360"/>
            <a:ext cx="566928" cy="0"/>
          </a:xfrm>
          <a:prstGeom prst="line">
            <a:avLst/>
          </a:prstGeom>
          <a:ln w="19050">
            <a:solidFill>
              <a:srgbClr val="57068C"/>
            </a:solidFill>
            <a:prstDash val="dash"/>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830568" y="2761488"/>
            <a:ext cx="420624" cy="237744"/>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900" b="1">
                <a:solidFill>
                  <a:srgbClr val="57068C"/>
                </a:solidFill>
              </a:rPr>
              <a:t>loss</a:t>
            </a:r>
          </a:p>
        </p:txBody>
      </p:sp>
      <p:sp>
        <p:nvSpPr>
          <p:cNvPr id="24" name="TextBox 23"/>
          <p:cNvSpPr txBox="1"/>
          <p:nvPr/>
        </p:nvSpPr>
        <p:spPr>
          <a:xfrm>
            <a:off x="365760" y="3566160"/>
            <a:ext cx="8412480" cy="457200"/>
          </a:xfrm>
          <a:prstGeom prst="rect">
            <a:avLst/>
          </a:prstGeom>
          <a:noFill/>
        </p:spPr>
        <p:txBody>
          <a:bodyPr wrap="square" anchor="t" lIns="0" rIns="0" tIns="0" bIns="0">
            <a:spAutoFit/>
          </a:bodyPr>
          <a:lstStyle/>
          <a:p>
            <a:pPr algn="l">
              <a:spcAft>
                <a:spcPts val="600"/>
              </a:spcAft>
            </a:pPr>
            <a:r>
              <a:rPr sz="1250" b="1" i="0">
                <a:solidFill>
                  <a:srgbClr val="57068C"/>
                </a:solidFill>
              </a:rPr>
              <a:t>We never train on the solver's DEMs; we use them only to evaluate.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model: a small MLP feeding a fixed forward model</a:t>
            </a:r>
          </a:p>
        </p:txBody>
      </p:sp>
      <p:sp>
        <p:nvSpPr>
          <p:cNvPr id="3" name="Rounded Rectangle 2"/>
          <p:cNvSpPr/>
          <p:nvPr/>
        </p:nvSpPr>
        <p:spPr>
          <a:xfrm>
            <a:off x="36576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Observed AIA</a:t>
            </a:r>
          </a:p>
          <a:p>
            <a:pPr algn="ctr"/>
            <a:r>
              <a:rPr sz="1000">
                <a:solidFill>
                  <a:srgbClr val="333333"/>
                </a:solidFill>
              </a:rPr>
              <a:t>6 channels</a:t>
            </a:r>
          </a:p>
        </p:txBody>
      </p:sp>
      <p:sp>
        <p:nvSpPr>
          <p:cNvPr id="4" name="Rounded Rectangle 3"/>
          <p:cNvSpPr/>
          <p:nvPr/>
        </p:nvSpPr>
        <p:spPr>
          <a:xfrm>
            <a:off x="2125980" y="1188720"/>
            <a:ext cx="1371600" cy="86868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MLP</a:t>
            </a:r>
          </a:p>
          <a:p>
            <a:pPr algn="ctr"/>
            <a:r>
              <a:rPr sz="1000">
                <a:solidFill>
                  <a:srgbClr val="FFFFFF"/>
                </a:solidFill>
              </a:rPr>
              <a:t>176k params</a:t>
            </a:r>
          </a:p>
        </p:txBody>
      </p:sp>
      <p:sp>
        <p:nvSpPr>
          <p:cNvPr id="5" name="Rounded Rectangle 4"/>
          <p:cNvSpPr/>
          <p:nvPr/>
        </p:nvSpPr>
        <p:spPr>
          <a:xfrm>
            <a:off x="388620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Basis weights</a:t>
            </a:r>
          </a:p>
          <a:p>
            <a:pPr algn="ctr"/>
            <a:r>
              <a:rPr sz="1000">
                <a:solidFill>
                  <a:srgbClr val="333333"/>
                </a:solidFill>
              </a:rPr>
              <a:t>54, same as solver</a:t>
            </a:r>
          </a:p>
        </p:txBody>
      </p:sp>
      <p:sp>
        <p:nvSpPr>
          <p:cNvPr id="6" name="Rounded Rectangle 5"/>
          <p:cNvSpPr/>
          <p:nvPr/>
        </p:nvSpPr>
        <p:spPr>
          <a:xfrm>
            <a:off x="564642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DEM</a:t>
            </a:r>
          </a:p>
          <a:p>
            <a:pPr algn="ctr"/>
            <a:r>
              <a:rPr sz="1000">
                <a:solidFill>
                  <a:srgbClr val="333333"/>
                </a:solidFill>
              </a:rPr>
              <a:t>18 bins, logT 5.5–7.2</a:t>
            </a:r>
          </a:p>
        </p:txBody>
      </p:sp>
      <p:sp>
        <p:nvSpPr>
          <p:cNvPr id="7" name="Rounded Rectangle 6"/>
          <p:cNvSpPr/>
          <p:nvPr/>
        </p:nvSpPr>
        <p:spPr>
          <a:xfrm>
            <a:off x="7406640" y="1188720"/>
            <a:ext cx="1371600" cy="8686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Predicted AIA</a:t>
            </a:r>
          </a:p>
          <a:p>
            <a:pPr algn="ctr"/>
            <a:r>
              <a:rPr sz="1000">
                <a:solidFill>
                  <a:srgbClr val="333333"/>
                </a:solidFill>
              </a:rPr>
              <a:t>via response R</a:t>
            </a:r>
          </a:p>
        </p:txBody>
      </p:sp>
      <p:cxnSp>
        <p:nvCxnSpPr>
          <p:cNvPr id="8" name="Connector 7"/>
          <p:cNvCxnSpPr/>
          <p:nvPr/>
        </p:nvCxnSpPr>
        <p:spPr>
          <a:xfrm>
            <a:off x="173736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9758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25780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18020" y="1623060"/>
            <a:ext cx="3886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5980" y="2514600"/>
            <a:ext cx="6652260" cy="548640"/>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57068C"/>
                </a:solidFill>
              </a:rPr>
              <a:t>Loss: the solver's objective, predicted against observed AIA</a:t>
            </a:r>
          </a:p>
        </p:txBody>
      </p:sp>
      <p:cxnSp>
        <p:nvCxnSpPr>
          <p:cNvPr id="13" name="Connector 12"/>
          <p:cNvCxnSpPr/>
          <p:nvPr/>
        </p:nvCxnSpPr>
        <p:spPr>
          <a:xfrm>
            <a:off x="8092440" y="2057400"/>
            <a:ext cx="0" cy="45720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51560" y="2057400"/>
            <a:ext cx="0" cy="731520"/>
          </a:xfrm>
          <a:prstGeom prst="line">
            <a:avLst/>
          </a:prstGeom>
          <a:ln w="19050">
            <a:solidFill>
              <a:srgbClr val="57068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51560" y="2788920"/>
            <a:ext cx="1074420" cy="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65760" y="3154680"/>
            <a:ext cx="8412480" cy="12801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6 log-intensities in; 4 hidden layers of 232, SiLU; 54 non-negative basis weights out.</a:t>
            </a:r>
          </a:p>
          <a:p>
            <a:pPr algn="l" marL="182880" indent="-182880">
              <a:spcAft>
                <a:spcPts val="400"/>
              </a:spcAft>
              <a:buClr>
                <a:srgbClr val="333333"/>
              </a:buClr>
              <a:buChar char="•"/>
            </a:pPr>
            <a:r>
              <a:rPr sz="1200" b="0" i="0">
                <a:solidFill>
                  <a:srgbClr val="333333"/>
                </a:solidFill>
              </a:rPr>
              <a:t>BP and ElasticNet solve for the same 54 weights (at each of 18 bins, a spike and Gaussians 0.1 and 0.2 dex wide), and their L1 term acts on those weights.</a:t>
            </a:r>
          </a:p>
          <a:p>
            <a:pPr algn="l" marL="182880" indent="-182880">
              <a:spcAft>
                <a:spcPts val="400"/>
              </a:spcAft>
              <a:buClr>
                <a:srgbClr val="333333"/>
              </a:buClr>
              <a:buChar char="•"/>
            </a:pPr>
            <a:r>
              <a:rPr sz="1200" b="0" i="0">
                <a:solidFill>
                  <a:srgbClr val="333333"/>
                </a:solidFill>
              </a:rPr>
              <a:t>DEM = B·w over 18 bins; predicted AIA = R·DEM. B and R are fixed; only the MLP is learned.</a:t>
            </a:r>
          </a:p>
          <a:p>
            <a:pPr algn="l" marL="182880" indent="-182880">
              <a:spcAft>
                <a:spcPts val="400"/>
              </a:spcAft>
              <a:buClr>
                <a:srgbClr val="333333"/>
              </a:buClr>
              <a:buChar char="•"/>
            </a:pPr>
            <a:r>
              <a:rPr sz="1200" b="0" i="0">
                <a:solidFill>
                  <a:srgbClr val="333333"/>
                </a:solidFill>
              </a:rPr>
              <a:t>176k parameters; one forward pass per pixel.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loss is the solver's own objective</a:t>
            </a:r>
          </a:p>
        </p:txBody>
      </p:sp>
      <p:sp>
        <p:nvSpPr>
          <p:cNvPr id="3" name="Rounded Rectangle 2"/>
          <p:cNvSpPr/>
          <p:nvPr/>
        </p:nvSpPr>
        <p:spPr>
          <a:xfrm>
            <a:off x="365760" y="9144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0241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BP track</a:t>
            </a:r>
          </a:p>
        </p:txBody>
      </p:sp>
      <p:sp>
        <p:nvSpPr>
          <p:cNvPr id="5" name="TextBox 4"/>
          <p:cNvSpPr txBox="1"/>
          <p:nvPr/>
        </p:nvSpPr>
        <p:spPr>
          <a:xfrm>
            <a:off x="548640" y="13258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Σ</a:t>
            </a:r>
            <a:r>
              <a:rPr sz="1300" b="0" i="0" baseline="-25000">
                <a:solidFill>
                  <a:srgbClr val="333333"/>
                </a:solidFill>
                <a:latin typeface="Cambria"/>
              </a:rPr>
              <a:t>c</a:t>
            </a:r>
            <a:r>
              <a:rPr sz="1300" b="0" i="0">
                <a:solidFill>
                  <a:srgbClr val="333333"/>
                </a:solidFill>
                <a:latin typeface="Cambria"/>
              </a:rPr>
              <a:t> [ max(0,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p>
        </p:txBody>
      </p:sp>
      <p:sp>
        <p:nvSpPr>
          <p:cNvPr id="6" name="TextBox 5"/>
          <p:cNvSpPr txBox="1"/>
          <p:nvPr/>
        </p:nvSpPr>
        <p:spPr>
          <a:xfrm>
            <a:off x="548640" y="17190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Zero inside the noise band (t = 1.4), quadratic outside.</a:t>
            </a:r>
          </a:p>
          <a:p>
            <a:pPr algn="l" marL="182880" indent="-182880">
              <a:spcAft>
                <a:spcPts val="200"/>
              </a:spcAft>
              <a:buClr>
                <a:srgbClr val="333333"/>
              </a:buClr>
              <a:buChar char="•"/>
            </a:pPr>
            <a:r>
              <a:rPr sz="1050" b="0" i="0">
                <a:solidFill>
                  <a:srgbClr val="333333"/>
                </a:solidFill>
              </a:rPr>
              <a:t>Then the L1 term picks the sparsest DEM that fits: BP's criterion.</a:t>
            </a:r>
          </a:p>
        </p:txBody>
      </p:sp>
      <p:sp>
        <p:nvSpPr>
          <p:cNvPr id="7" name="Rounded Rectangle 6"/>
          <p:cNvSpPr/>
          <p:nvPr/>
        </p:nvSpPr>
        <p:spPr>
          <a:xfrm>
            <a:off x="365760" y="2514600"/>
            <a:ext cx="5029200" cy="14173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624328"/>
            <a:ext cx="4663440" cy="274320"/>
          </a:xfrm>
          <a:prstGeom prst="rect">
            <a:avLst/>
          </a:prstGeom>
          <a:noFill/>
        </p:spPr>
        <p:txBody>
          <a:bodyPr wrap="square" anchor="t" lIns="0" rIns="0" tIns="0" bIns="0">
            <a:spAutoFit/>
          </a:bodyPr>
          <a:lstStyle/>
          <a:p>
            <a:pPr algn="l">
              <a:spcAft>
                <a:spcPts val="600"/>
              </a:spcAft>
            </a:pPr>
            <a:r>
              <a:rPr sz="1250" b="1" i="0">
                <a:solidFill>
                  <a:srgbClr val="57068C"/>
                </a:solidFill>
              </a:rPr>
              <a:t>ElasticNet track</a:t>
            </a:r>
          </a:p>
        </p:txBody>
      </p:sp>
      <p:sp>
        <p:nvSpPr>
          <p:cNvPr id="9" name="TextBox 8"/>
          <p:cNvSpPr txBox="1"/>
          <p:nvPr/>
        </p:nvSpPr>
        <p:spPr>
          <a:xfrm>
            <a:off x="548640" y="2926080"/>
            <a:ext cx="4663440" cy="365760"/>
          </a:xfrm>
          <a:prstGeom prst="rect">
            <a:avLst/>
          </a:prstGeom>
          <a:noFill/>
        </p:spPr>
        <p:txBody>
          <a:bodyPr wrap="square" anchor="t" lIns="0" rIns="0" tIns="0" bIns="0">
            <a:spAutoFit/>
          </a:bodyPr>
          <a:lstStyle/>
          <a:p>
            <a:pPr algn="l">
              <a:spcAft>
                <a:spcPts val="600"/>
              </a:spcAft>
            </a:pPr>
            <a:r>
              <a:rPr sz="1300" b="0" i="0">
                <a:solidFill>
                  <a:srgbClr val="333333"/>
                </a:solidFill>
                <a:latin typeface="Cambria"/>
              </a:rPr>
              <a:t>L = (1/2C) Σ</a:t>
            </a:r>
            <a:r>
              <a:rPr sz="1300" b="0" i="0" baseline="-25000">
                <a:solidFill>
                  <a:srgbClr val="333333"/>
                </a:solidFill>
                <a:latin typeface="Cambria"/>
              </a:rPr>
              <a:t>c</a:t>
            </a:r>
            <a:r>
              <a:rPr sz="1300" b="0" i="0">
                <a:solidFill>
                  <a:srgbClr val="333333"/>
                </a:solidFill>
                <a:latin typeface="Cambria"/>
              </a:rPr>
              <a:t> [ (ŷ</a:t>
            </a:r>
            <a:r>
              <a:rPr sz="1300" b="0" i="0" baseline="-25000">
                <a:solidFill>
                  <a:srgbClr val="333333"/>
                </a:solidFill>
                <a:latin typeface="Cambria"/>
              </a:rPr>
              <a:t>c</a:t>
            </a:r>
            <a:r>
              <a:rPr sz="1300" b="0" i="0">
                <a:solidFill>
                  <a:srgbClr val="333333"/>
                </a:solidFill>
                <a:latin typeface="Cambria"/>
              </a:rPr>
              <a:t> − o</a:t>
            </a:r>
            <a:r>
              <a:rPr sz="1300" b="0" i="0" baseline="-25000">
                <a:solidFill>
                  <a:srgbClr val="333333"/>
                </a:solidFill>
                <a:latin typeface="Cambria"/>
              </a:rPr>
              <a:t>c</a:t>
            </a:r>
            <a:r>
              <a:rPr sz="1300" b="0" i="0">
                <a:solidFill>
                  <a:srgbClr val="333333"/>
                </a:solidFill>
                <a:latin typeface="Cambria"/>
              </a:rPr>
              <a:t>) / tσ</a:t>
            </a:r>
            <a:r>
              <a:rPr sz="1300" b="0" i="0" baseline="-25000">
                <a:solidFill>
                  <a:srgbClr val="333333"/>
                </a:solidFill>
                <a:latin typeface="Cambria"/>
              </a:rPr>
              <a:t>c</a:t>
            </a:r>
            <a:r>
              <a:rPr sz="1300" b="0" i="0">
                <a:solidFill>
                  <a:srgbClr val="333333"/>
                </a:solidFill>
                <a:latin typeface="Cambria"/>
              </a:rPr>
              <a:t> ]²  +  αλ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  +  ½α(1−λ) Σ</a:t>
            </a:r>
            <a:r>
              <a:rPr sz="1300" b="0" i="0" baseline="-25000">
                <a:solidFill>
                  <a:srgbClr val="333333"/>
                </a:solidFill>
                <a:latin typeface="Cambria"/>
              </a:rPr>
              <a:t>k</a:t>
            </a:r>
            <a:r>
              <a:rPr sz="1300" b="0" i="0">
                <a:solidFill>
                  <a:srgbClr val="333333"/>
                </a:solidFill>
                <a:latin typeface="Cambria"/>
              </a:rPr>
              <a:t> w</a:t>
            </a:r>
            <a:r>
              <a:rPr sz="1300" b="0" i="0" baseline="-25000">
                <a:solidFill>
                  <a:srgbClr val="333333"/>
                </a:solidFill>
                <a:latin typeface="Cambria"/>
              </a:rPr>
              <a:t>k</a:t>
            </a:r>
            <a:r>
              <a:rPr sz="1300" b="0" i="0">
                <a:solidFill>
                  <a:srgbClr val="333333"/>
                </a:solidFill>
                <a:latin typeface="Cambria"/>
              </a:rPr>
              <a:t>²</a:t>
            </a:r>
          </a:p>
        </p:txBody>
      </p:sp>
      <p:sp>
        <p:nvSpPr>
          <p:cNvPr id="10" name="TextBox 9"/>
          <p:cNvSpPr txBox="1"/>
          <p:nvPr/>
        </p:nvSpPr>
        <p:spPr>
          <a:xfrm>
            <a:off x="548640" y="3319272"/>
            <a:ext cx="4663440" cy="548640"/>
          </a:xfrm>
          <a:prstGeom prst="rect">
            <a:avLst/>
          </a:prstGeom>
          <a:noFill/>
        </p:spPr>
        <p:txBody>
          <a:bodyPr wrap="square" anchor="t" lIns="0" rIns="0" tIns="0" bIns="0">
            <a:spAutoFit/>
          </a:bodyPr>
          <a:lstStyle/>
          <a:p>
            <a:pPr algn="l" marL="182880" indent="-182880">
              <a:spcAft>
                <a:spcPts val="200"/>
              </a:spcAft>
              <a:buClr>
                <a:srgbClr val="333333"/>
              </a:buClr>
              <a:buChar char="•"/>
            </a:pPr>
            <a:r>
              <a:rPr sz="1050" b="0" i="0">
                <a:solidFill>
                  <a:srgbClr val="333333"/>
                </a:solidFill>
              </a:rPr>
              <a:t>The solver's settings: α = 0.001, λ = 0.5, C = 6.</a:t>
            </a:r>
          </a:p>
        </p:txBody>
      </p:sp>
      <p:sp>
        <p:nvSpPr>
          <p:cNvPr id="11" name="TextBox 10"/>
          <p:cNvSpPr txBox="1"/>
          <p:nvPr/>
        </p:nvSpPr>
        <p:spPr>
          <a:xfrm>
            <a:off x="365760" y="4160520"/>
            <a:ext cx="5029200" cy="274320"/>
          </a:xfrm>
          <a:prstGeom prst="rect">
            <a:avLst/>
          </a:prstGeom>
          <a:noFill/>
        </p:spPr>
        <p:txBody>
          <a:bodyPr wrap="square" anchor="t" lIns="0" rIns="0" tIns="0" bIns="0">
            <a:spAutoFit/>
          </a:bodyPr>
          <a:lstStyle/>
          <a:p>
            <a:pPr algn="l">
              <a:spcAft>
                <a:spcPts val="600"/>
              </a:spcAft>
            </a:pPr>
            <a:r>
              <a:rPr sz="1100" b="0" i="0">
                <a:solidFill>
                  <a:srgbClr val="6B6B6B"/>
                </a:solidFill>
              </a:rPr>
              <a:t>In both: ŷ = R·B·w, with w ≥ 0.</a:t>
            </a:r>
          </a:p>
        </p:txBody>
      </p:sp>
      <p:pic>
        <p:nvPicPr>
          <p:cNvPr id="12" name="Picture 11" descr="band_penalty.png"/>
          <p:cNvPicPr>
            <a:picLocks noChangeAspect="1"/>
          </p:cNvPicPr>
          <p:nvPr/>
        </p:nvPicPr>
        <p:blipFill>
          <a:blip r:embed="rId3"/>
          <a:stretch>
            <a:fillRect/>
          </a:stretch>
        </p:blipFill>
        <p:spPr>
          <a:xfrm>
            <a:off x="5623560" y="1221959"/>
            <a:ext cx="3154680" cy="2128082"/>
          </a:xfrm>
          <a:prstGeom prst="rect">
            <a:avLst/>
          </a:prstGeom>
        </p:spPr>
      </p:pic>
      <p:sp>
        <p:nvSpPr>
          <p:cNvPr id="13" name="TextBox 12"/>
          <p:cNvSpPr txBox="1"/>
          <p:nvPr/>
        </p:nvSpPr>
        <p:spPr>
          <a:xfrm>
            <a:off x="5623560" y="3429000"/>
            <a:ext cx="3154680" cy="274320"/>
          </a:xfrm>
          <a:prstGeom prst="rect">
            <a:avLst/>
          </a:prstGeom>
          <a:noFill/>
        </p:spPr>
        <p:txBody>
          <a:bodyPr wrap="square" anchor="t" lIns="0" rIns="0" tIns="0" bIns="0">
            <a:spAutoFit/>
          </a:bodyPr>
          <a:lstStyle/>
          <a:p>
            <a:pPr algn="l">
              <a:spcAft>
                <a:spcPts val="0"/>
              </a:spcAft>
            </a:pPr>
            <a:r>
              <a:rPr sz="950" b="0" i="1">
                <a:solidFill>
                  <a:srgbClr val="6B6B6B"/>
                </a:solidFill>
              </a:rPr>
              <a:t>The BP band penalty for one channel.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Data: two years of full-disk AIA, split in time</a:t>
            </a:r>
          </a:p>
        </p:txBody>
      </p:sp>
      <p:sp>
        <p:nvSpPr>
          <p:cNvPr id="3" name="Rounded Rectangle 2"/>
          <p:cNvSpPr/>
          <p:nvPr/>
        </p:nvSpPr>
        <p:spPr>
          <a:xfrm>
            <a:off x="365760" y="1005840"/>
            <a:ext cx="6067425" cy="566928"/>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Train</a:t>
            </a:r>
          </a:p>
          <a:p>
            <a:pPr algn="ctr"/>
            <a:r>
              <a:rPr sz="950">
                <a:solidFill>
                  <a:srgbClr val="FFFFFF"/>
                </a:solidFill>
              </a:rPr>
              <a:t>917 images</a:t>
            </a:r>
          </a:p>
        </p:txBody>
      </p:sp>
      <p:sp>
        <p:nvSpPr>
          <p:cNvPr id="4" name="Rounded Rectangle 3"/>
          <p:cNvSpPr/>
          <p:nvPr/>
        </p:nvSpPr>
        <p:spPr>
          <a:xfrm>
            <a:off x="6478905" y="1005840"/>
            <a:ext cx="1109472" cy="566928"/>
          </a:xfrm>
          <a:prstGeom prst="roundRect">
            <a:avLst>
              <a:gd name="adj" fmla="val 6000"/>
            </a:avLst>
          </a:prstGeom>
          <a:solidFill>
            <a:srgbClr val="E3DFE9"/>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57068C"/>
                </a:solidFill>
              </a:rPr>
              <a:t>Validation</a:t>
            </a:r>
          </a:p>
          <a:p>
            <a:pPr algn="ctr"/>
            <a:r>
              <a:rPr sz="950">
                <a:solidFill>
                  <a:srgbClr val="57068C"/>
                </a:solidFill>
              </a:rPr>
              <a:t>153</a:t>
            </a:r>
          </a:p>
        </p:txBody>
      </p:sp>
      <p:sp>
        <p:nvSpPr>
          <p:cNvPr id="5" name="Rounded Rectangle 4"/>
          <p:cNvSpPr/>
          <p:nvPr/>
        </p:nvSpPr>
        <p:spPr>
          <a:xfrm>
            <a:off x="7634097" y="1005840"/>
            <a:ext cx="1144143" cy="566928"/>
          </a:xfrm>
          <a:prstGeom prst="roundRect">
            <a:avLst>
              <a:gd name="adj" fmla="val 6000"/>
            </a:avLst>
          </a:prstGeom>
          <a:solidFill>
            <a:srgbClr val="330662"/>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150" b="1">
                <a:solidFill>
                  <a:srgbClr val="FFFFFF"/>
                </a:solidFill>
              </a:rPr>
              <a:t>Test</a:t>
            </a:r>
          </a:p>
          <a:p>
            <a:pPr algn="ctr"/>
            <a:r>
              <a:rPr sz="950">
                <a:solidFill>
                  <a:srgbClr val="FFFFFF"/>
                </a:solidFill>
              </a:rPr>
              <a:t>153</a:t>
            </a:r>
          </a:p>
        </p:txBody>
      </p:sp>
      <p:sp>
        <p:nvSpPr>
          <p:cNvPr id="6" name="TextBox 5"/>
          <p:cNvSpPr txBox="1"/>
          <p:nvPr/>
        </p:nvSpPr>
        <p:spPr>
          <a:xfrm>
            <a:off x="365760" y="1618488"/>
            <a:ext cx="822960" cy="228600"/>
          </a:xfrm>
          <a:prstGeom prst="rect">
            <a:avLst/>
          </a:prstGeom>
          <a:noFill/>
        </p:spPr>
        <p:txBody>
          <a:bodyPr wrap="square" anchor="t" lIns="0" rIns="0" tIns="0" bIns="0">
            <a:spAutoFit/>
          </a:bodyPr>
          <a:lstStyle/>
          <a:p>
            <a:pPr algn="l">
              <a:spcAft>
                <a:spcPts val="600"/>
              </a:spcAft>
            </a:pPr>
            <a:r>
              <a:rPr sz="950" b="0" i="0">
                <a:solidFill>
                  <a:srgbClr val="6B6B6B"/>
                </a:solidFill>
              </a:rPr>
              <a:t>Jan 2014</a:t>
            </a:r>
          </a:p>
        </p:txBody>
      </p:sp>
      <p:sp>
        <p:nvSpPr>
          <p:cNvPr id="7" name="TextBox 6"/>
          <p:cNvSpPr txBox="1"/>
          <p:nvPr/>
        </p:nvSpPr>
        <p:spPr>
          <a:xfrm>
            <a:off x="6088380"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Jun 2015</a:t>
            </a:r>
          </a:p>
        </p:txBody>
      </p:sp>
      <p:sp>
        <p:nvSpPr>
          <p:cNvPr id="8" name="TextBox 7"/>
          <p:cNvSpPr txBox="1"/>
          <p:nvPr/>
        </p:nvSpPr>
        <p:spPr>
          <a:xfrm>
            <a:off x="7210043" y="1618488"/>
            <a:ext cx="822960" cy="228600"/>
          </a:xfrm>
          <a:prstGeom prst="rect">
            <a:avLst/>
          </a:prstGeom>
          <a:noFill/>
        </p:spPr>
        <p:txBody>
          <a:bodyPr wrap="square" anchor="t" lIns="0" rIns="0" tIns="0" bIns="0">
            <a:spAutoFit/>
          </a:bodyPr>
          <a:lstStyle/>
          <a:p>
            <a:pPr algn="ctr">
              <a:spcAft>
                <a:spcPts val="600"/>
              </a:spcAft>
            </a:pPr>
            <a:r>
              <a:rPr sz="950" b="0" i="0">
                <a:solidFill>
                  <a:srgbClr val="6B6B6B"/>
                </a:solidFill>
              </a:rPr>
              <a:t>Sep 2015</a:t>
            </a:r>
          </a:p>
        </p:txBody>
      </p:sp>
      <p:sp>
        <p:nvSpPr>
          <p:cNvPr id="9" name="TextBox 8"/>
          <p:cNvSpPr txBox="1"/>
          <p:nvPr/>
        </p:nvSpPr>
        <p:spPr>
          <a:xfrm>
            <a:off x="7955280" y="1618488"/>
            <a:ext cx="822960" cy="228600"/>
          </a:xfrm>
          <a:prstGeom prst="rect">
            <a:avLst/>
          </a:prstGeom>
          <a:noFill/>
        </p:spPr>
        <p:txBody>
          <a:bodyPr wrap="square" anchor="t" lIns="0" rIns="0" tIns="0" bIns="0">
            <a:spAutoFit/>
          </a:bodyPr>
          <a:lstStyle/>
          <a:p>
            <a:pPr algn="r">
              <a:spcAft>
                <a:spcPts val="600"/>
              </a:spcAft>
            </a:pPr>
            <a:r>
              <a:rPr sz="950" b="0" i="0">
                <a:solidFill>
                  <a:srgbClr val="6B6B6B"/>
                </a:solidFill>
              </a:rPr>
              <a:t>Dec 2015</a:t>
            </a:r>
          </a:p>
        </p:txBody>
      </p:sp>
      <p:sp>
        <p:nvSpPr>
          <p:cNvPr id="10" name="TextBox 9"/>
          <p:cNvSpPr txBox="1"/>
          <p:nvPr/>
        </p:nvSpPr>
        <p:spPr>
          <a:xfrm>
            <a:off x="365760" y="2011680"/>
            <a:ext cx="8412480" cy="2377440"/>
          </a:xfrm>
          <a:prstGeom prst="rect">
            <a:avLst/>
          </a:prstGeom>
          <a:noFill/>
        </p:spPr>
        <p:txBody>
          <a:bodyPr wrap="square" anchor="t" lIns="0" rIns="0" tIns="0" bIns="0">
            <a:spAutoFit/>
          </a:bodyPr>
          <a:lstStyle/>
          <a:p>
            <a:pPr algn="l" marL="182880" indent="-182880">
              <a:spcAft>
                <a:spcPts val="700"/>
              </a:spcAft>
              <a:buClr>
                <a:srgbClr val="333333"/>
              </a:buClr>
              <a:buChar char="•"/>
            </a:pPr>
            <a:r>
              <a:rPr sz="1250" b="0" i="0">
                <a:solidFill>
                  <a:srgbClr val="333333"/>
                </a:solidFill>
              </a:rPr>
              <a:t>SDO/AIA, 6 EUV channels, about two images a day in 2014–2015: 1,223 full-disk images.</a:t>
            </a:r>
          </a:p>
          <a:p>
            <a:pPr algn="l" marL="182880" indent="-182880">
              <a:spcAft>
                <a:spcPts val="700"/>
              </a:spcAft>
              <a:buClr>
                <a:srgbClr val="333333"/>
              </a:buClr>
              <a:buChar char="•"/>
            </a:pPr>
            <a:r>
              <a:rPr sz="1250" b="0" i="0">
                <a:solidFill>
                  <a:srgbClr val="333333"/>
                </a:solidFill>
              </a:rPr>
              <a:t>PSF-deconvolved (Hofmeister); a noise σ per pixel and channel from the AIA error model; DEMs on a 2048² grid.</a:t>
            </a:r>
          </a:p>
          <a:p>
            <a:pPr algn="l" marL="182880" indent="-182880">
              <a:spcAft>
                <a:spcPts val="700"/>
              </a:spcAft>
              <a:buClr>
                <a:srgbClr val="333333"/>
              </a:buClr>
              <a:buChar char="•"/>
            </a:pPr>
            <a:r>
              <a:rPr sz="1250" b="0" i="0">
                <a:solidFill>
                  <a:srgbClr val="333333"/>
                </a:solidFill>
              </a:rPr>
              <a:t>Our model trains on AIA and σ only: each training image is cut into 64 blocks of 256×256 per image. Each epoch draws 512 fresh random pixels from each of the 58,688 blocks(917*64), for 40 epochs.</a:t>
            </a:r>
          </a:p>
          <a:p>
            <a:pPr algn="l" marL="182880" indent="-182880">
              <a:spcAft>
                <a:spcPts val="700"/>
              </a:spcAft>
              <a:buClr>
                <a:srgbClr val="333333"/>
              </a:buClr>
              <a:buChar char="•"/>
            </a:pPr>
            <a:r>
              <a:rPr sz="1250" b="0" i="0">
                <a:solidFill>
                  <a:srgbClr val="333333"/>
                </a:solidFill>
              </a:rPr>
              <a:t>Earlier runs reused one fixed ~30M-pixel sample (a sampler bug) and scored better on validation (BP 4%, ElasticNet 18%).</a:t>
            </a:r>
          </a:p>
          <a:p>
            <a:pPr algn="l" marL="182880" indent="-182880">
              <a:spcAft>
                <a:spcPts val="700"/>
              </a:spcAft>
              <a:buClr>
                <a:srgbClr val="333333"/>
              </a:buClr>
              <a:buChar char="•"/>
            </a:pPr>
            <a:r>
              <a:rPr sz="1250" b="0" i="0">
                <a:solidFill>
                  <a:srgbClr val="333333"/>
                </a:solidFill>
              </a:rPr>
              <a:t>Solver DEMs (BP, ElasticNet) for every image: labels for the supervised model, evaluation only for ours.</a:t>
            </a:r>
          </a:p>
          <a:p>
            <a:pPr algn="l" marL="182880" indent="-182880">
              <a:spcAft>
                <a:spcPts val="700"/>
              </a:spcAft>
              <a:buClr>
                <a:srgbClr val="333333"/>
              </a:buClr>
              <a:buChar char="•"/>
            </a:pPr>
            <a:r>
              <a:rPr sz="1250" b="0" i="0">
                <a:solidFill>
                  <a:srgbClr val="333333"/>
                </a:solidFill>
              </a:rPr>
              <a:t>Test: ~700M pixel DEMs per solver, the clean solve plus 4 noise re-solves(only supervised).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2</a:t>
            </a:r>
            <a:br/>
            <a:r>
              <a:rPr sz="4100"/>
              <a:t>Finding a trainable objective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Six channels underdetermine the DEM: the regulariser picks it</a:t>
            </a:r>
          </a:p>
        </p:txBody>
      </p:sp>
      <p:sp>
        <p:nvSpPr>
          <p:cNvPr id="3" name="TextBox 2"/>
          <p:cNvSpPr txBox="1"/>
          <p:nvPr/>
        </p:nvSpPr>
        <p:spPr>
          <a:xfrm>
            <a:off x="365760" y="914400"/>
            <a:ext cx="8412480" cy="137160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Before any network: five losses optimised directly, pixel by pixel, on 4 timestamps, each compared with BP.</a:t>
            </a:r>
          </a:p>
          <a:p>
            <a:pPr algn="l" marL="182880" indent="-182880">
              <a:spcAft>
                <a:spcPts val="500"/>
              </a:spcAft>
              <a:buClr>
                <a:srgbClr val="333333"/>
              </a:buClr>
              <a:buChar char="•"/>
            </a:pPr>
            <a:r>
              <a:rPr sz="1250" b="0" i="0">
                <a:solidFill>
                  <a:srgbClr val="333333"/>
                </a:solidFill>
              </a:rPr>
              <a:t>Fit-only losses (χ² + smoothness, max entropy, Tikhonov) reconstruct AIA ~12x better than BP, yet land ~5x further from its DEM.</a:t>
            </a:r>
          </a:p>
          <a:p>
            <a:pPr algn="l" marL="182880" indent="-182880">
              <a:spcAft>
                <a:spcPts val="500"/>
              </a:spcAft>
              <a:buClr>
                <a:srgbClr val="333333"/>
              </a:buClr>
              <a:buChar char="•"/>
            </a:pPr>
            <a:r>
              <a:rPr sz="1250" b="0" i="0">
                <a:solidFill>
                  <a:srgbClr val="333333"/>
                </a:solidFill>
              </a:rPr>
              <a:t>BP's own terms (noise band + L1) land on BP's DEM: MAE 0.03 vs 0.18–0.20.</a:t>
            </a:r>
          </a:p>
        </p:txBody>
      </p:sp>
      <p:pic>
        <p:nvPicPr>
          <p:cNvPr id="4" name="Picture 3" descr="loss_pixels.png"/>
          <p:cNvPicPr>
            <a:picLocks noChangeAspect="1"/>
          </p:cNvPicPr>
          <p:nvPr/>
        </p:nvPicPr>
        <p:blipFill>
          <a:blip r:embed="rId3"/>
          <a:stretch>
            <a:fillRect/>
          </a:stretch>
        </p:blipFill>
        <p:spPr>
          <a:xfrm>
            <a:off x="365760" y="1949398"/>
            <a:ext cx="8412480" cy="1807060"/>
          </a:xfrm>
          <a:prstGeom prst="rect">
            <a:avLst/>
          </a:prstGeom>
        </p:spPr>
      </p:pic>
      <p:sp>
        <p:nvSpPr>
          <p:cNvPr id="5" name="TextBox 4"/>
          <p:cNvSpPr txBox="1"/>
          <p:nvPr/>
        </p:nvSpPr>
        <p:spPr>
          <a:xfrm>
            <a:off x="365760" y="3794760"/>
            <a:ext cx="8412480" cy="274320"/>
          </a:xfrm>
          <a:prstGeom prst="rect">
            <a:avLst/>
          </a:prstGeom>
          <a:noFill/>
        </p:spPr>
        <p:txBody>
          <a:bodyPr wrap="square" anchor="t" lIns="0" rIns="0" tIns="0" bIns="0">
            <a:spAutoFit/>
          </a:bodyPr>
          <a:lstStyle/>
          <a:p>
            <a:pPr algn="l">
              <a:spcAft>
                <a:spcPts val="0"/>
              </a:spcAft>
            </a:pPr>
            <a:r>
              <a:rPr sz="950" b="0" i="1">
                <a:solidFill>
                  <a:srgbClr val="6B6B6B"/>
                </a:solidFill>
              </a:rPr>
              <a:t>Two example pixels; BP in black. Legend MAE is AIA reconstruction error.</a:t>
            </a:r>
          </a:p>
        </p:txBody>
      </p:sp>
      <p:sp>
        <p:nvSpPr>
          <p:cNvPr id="6" name="TextBox 5"/>
          <p:cNvSpPr txBox="1"/>
          <p:nvPr/>
        </p:nvSpPr>
        <p:spPr>
          <a:xfrm>
            <a:off x="365760" y="4114800"/>
            <a:ext cx="8412480" cy="274320"/>
          </a:xfrm>
          <a:prstGeom prst="rect">
            <a:avLst/>
          </a:prstGeom>
          <a:noFill/>
        </p:spPr>
        <p:txBody>
          <a:bodyPr wrap="square" anchor="t" lIns="0" rIns="0" tIns="0" bIns="0">
            <a:spAutoFit/>
          </a:bodyPr>
          <a:lstStyle/>
          <a:p>
            <a:pPr algn="l">
              <a:spcAft>
                <a:spcPts val="600"/>
              </a:spcAft>
            </a:pPr>
            <a:r>
              <a:rPr sz="1250" b="1" i="0">
                <a:solidFill>
                  <a:srgbClr val="57068C"/>
                </a:solidFill>
              </a:rPr>
              <a:t>So the network has to train on the solver's objective, not on fit.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3</a:t>
            </a:r>
            <a:br/>
            <a:r>
              <a:rPr sz="4100"/>
              <a:t>Architecture on small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 per-pixel MLP missed BP's shape; a patch CNN tracked it</a:t>
            </a:r>
          </a:p>
        </p:txBody>
      </p:sp>
      <p:sp>
        <p:nvSpPr>
          <p:cNvPr id="3" name="TextBox 2"/>
          <p:cNvSpPr txBox="1"/>
          <p:nvPr/>
        </p:nvSpPr>
        <p:spPr>
          <a:xfrm>
            <a:off x="365760" y="868680"/>
            <a:ext cx="8412480" cy="274320"/>
          </a:xfrm>
          <a:prstGeom prst="rect">
            <a:avLst/>
          </a:prstGeom>
          <a:noFill/>
        </p:spPr>
        <p:txBody>
          <a:bodyPr wrap="square" anchor="t" lIns="0" rIns="0" tIns="0" bIns="0">
            <a:spAutoFit/>
          </a:bodyPr>
          <a:lstStyle/>
          <a:p>
            <a:pPr algn="l">
              <a:spcAft>
                <a:spcPts val="600"/>
              </a:spcAft>
            </a:pPr>
            <a:r>
              <a:rPr sz="1050" b="0" i="0">
                <a:solidFill>
                  <a:srgbClr val="6B6B6B"/>
                </a:solidFill>
              </a:rPr>
              <a:t>4 images: X2.1 flare (2011), quiet Sun (2012), moderate activity (2013), X1.6 flare (2014); small crops near disk centre.</a:t>
            </a:r>
          </a:p>
        </p:txBody>
      </p:sp>
      <p:sp>
        <p:nvSpPr>
          <p:cNvPr id="4" name="TextBox 3"/>
          <p:cNvSpPr txBox="1"/>
          <p:nvPr/>
        </p:nvSpPr>
        <p:spPr>
          <a:xfrm>
            <a:off x="365760" y="1280160"/>
            <a:ext cx="4937760" cy="301752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1" i="0">
                <a:solidFill>
                  <a:srgbClr val="57068C"/>
                </a:solidFill>
              </a:rPr>
              <a:t>First try: </a:t>
            </a:r>
            <a:r>
              <a:rPr sz="1250" b="0" i="0">
                <a:solidFill>
                  <a:srgbClr val="333333"/>
                </a:solidFill>
              </a:rPr>
              <a:t>the 6 intensities of one pixel → MLP (213k params) → 54 weights, trained on the BP loss over ~221k pixels. Smooth, single-peaked curves, but further from BP: DEM error 0.078 vs the CNN's 0.047.</a:t>
            </a:r>
          </a:p>
          <a:p>
            <a:pPr algn="l" marL="182880" indent="-182880">
              <a:spcAft>
                <a:spcPts val="1000"/>
              </a:spcAft>
              <a:buClr>
                <a:srgbClr val="333333"/>
              </a:buClr>
              <a:buChar char="•"/>
            </a:pPr>
            <a:r>
              <a:rPr sz="1250" b="1" i="0">
                <a:solidFill>
                  <a:srgbClr val="57068C"/>
                </a:solidFill>
              </a:rPr>
              <a:t>Patch CNN: </a:t>
            </a:r>
            <a:r>
              <a:rPr sz="1250" b="0" i="0">
                <a:solidFill>
                  <a:srgbClr val="333333"/>
                </a:solidFill>
              </a:rPr>
              <a:t>a 9×9 neighbourhood → CNN (~1.5M params) → 54 weights. Tracked BP's shape, with sparsity close to BP's on held-out pixels.</a:t>
            </a:r>
          </a:p>
          <a:p>
            <a:pPr algn="l" marL="182880" indent="-182880">
              <a:spcAft>
                <a:spcPts val="1000"/>
              </a:spcAft>
              <a:buClr>
                <a:srgbClr val="333333"/>
              </a:buClr>
              <a:buChar char="•"/>
            </a:pPr>
            <a:r>
              <a:rPr sz="1250" b="0" i="0">
                <a:solidFill>
                  <a:srgbClr val="333333"/>
                </a:solidFill>
              </a:rPr>
              <a:t>Trained on one image, then on all 4 jointly; zeroing the neighbourhood for 10% of batches kept it usable on a single pixel.</a:t>
            </a:r>
          </a:p>
        </p:txBody>
      </p:sp>
      <p:pic>
        <p:nvPicPr>
          <p:cNvPr id="5" name="Picture 4" descr="first_mlp_vs_cnn.png"/>
          <p:cNvPicPr>
            <a:picLocks noChangeAspect="1"/>
          </p:cNvPicPr>
          <p:nvPr/>
        </p:nvPicPr>
        <p:blipFill>
          <a:blip r:embed="rId3"/>
          <a:stretch>
            <a:fillRect/>
          </a:stretch>
        </p:blipFill>
        <p:spPr>
          <a:xfrm>
            <a:off x="6042660" y="1188720"/>
            <a:ext cx="2179320" cy="2971800"/>
          </a:xfrm>
          <a:prstGeom prst="rect">
            <a:avLst/>
          </a:prstGeom>
        </p:spPr>
      </p:pic>
      <p:sp>
        <p:nvSpPr>
          <p:cNvPr id="6" name="TextBox 5"/>
          <p:cNvSpPr txBox="1"/>
          <p:nvPr/>
        </p:nvSpPr>
        <p:spPr>
          <a:xfrm>
            <a:off x="5486400" y="420624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pixels, X2.1 flare image.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Ablation: the gap was capacity, not missing context</a:t>
            </a:r>
          </a:p>
        </p:txBody>
      </p:sp>
      <p:sp>
        <p:nvSpPr>
          <p:cNvPr id="3" name="TextBox 2"/>
          <p:cNvSpPr txBox="1"/>
          <p:nvPr/>
        </p:nvSpPr>
        <p:spPr>
          <a:xfrm>
            <a:off x="365760" y="1307592"/>
            <a:ext cx="2286000" cy="256032"/>
          </a:xfrm>
          <a:prstGeom prst="rect">
            <a:avLst/>
          </a:prstGeom>
          <a:noFill/>
        </p:spPr>
        <p:txBody>
          <a:bodyPr wrap="square" anchor="t" lIns="0" rIns="0" tIns="0" bIns="0">
            <a:spAutoFit/>
          </a:bodyPr>
          <a:lstStyle/>
          <a:p>
            <a:pPr algn="l">
              <a:spcAft>
                <a:spcPts val="600"/>
              </a:spcAft>
            </a:pPr>
            <a:r>
              <a:rPr sz="1200" b="1" i="0">
                <a:solidFill>
                  <a:srgbClr val="57068C"/>
                </a:solidFill>
              </a:rPr>
              <a:t>Patch CNN</a:t>
            </a:r>
          </a:p>
        </p:txBody>
      </p:sp>
      <p:cxnSp>
        <p:nvCxnSpPr>
          <p:cNvPr id="4" name="Connector 3"/>
          <p:cNvCxnSpPr/>
          <p:nvPr/>
        </p:nvCxnSpPr>
        <p:spPr>
          <a:xfrm>
            <a:off x="2743200" y="1426464"/>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4082795" y="1348740"/>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79391" y="1307592"/>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1.70</a:t>
            </a:r>
          </a:p>
        </p:txBody>
      </p:sp>
      <p:sp>
        <p:nvSpPr>
          <p:cNvPr id="7" name="TextBox 6"/>
          <p:cNvSpPr txBox="1"/>
          <p:nvPr/>
        </p:nvSpPr>
        <p:spPr>
          <a:xfrm>
            <a:off x="365760" y="1691640"/>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Shuffled-patch CNN</a:t>
            </a:r>
          </a:p>
        </p:txBody>
      </p:sp>
      <p:cxnSp>
        <p:nvCxnSpPr>
          <p:cNvPr id="8" name="Connector 7"/>
          <p:cNvCxnSpPr/>
          <p:nvPr/>
        </p:nvCxnSpPr>
        <p:spPr>
          <a:xfrm>
            <a:off x="2743200" y="1810512"/>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6633971" y="1732788"/>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30567" y="1691640"/>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1.88</a:t>
            </a:r>
          </a:p>
        </p:txBody>
      </p:sp>
      <p:sp>
        <p:nvSpPr>
          <p:cNvPr id="11" name="TextBox 10"/>
          <p:cNvSpPr txBox="1"/>
          <p:nvPr/>
        </p:nvSpPr>
        <p:spPr>
          <a:xfrm>
            <a:off x="365760" y="2075688"/>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Centre-pixel MLP</a:t>
            </a:r>
          </a:p>
        </p:txBody>
      </p:sp>
      <p:cxnSp>
        <p:nvCxnSpPr>
          <p:cNvPr id="12" name="Connector 11"/>
          <p:cNvCxnSpPr/>
          <p:nvPr/>
        </p:nvCxnSpPr>
        <p:spPr>
          <a:xfrm>
            <a:off x="2743200" y="2194560"/>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775703" y="2116836"/>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972299" y="2075688"/>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1.89</a:t>
            </a:r>
          </a:p>
        </p:txBody>
      </p:sp>
      <p:sp>
        <p:nvSpPr>
          <p:cNvPr id="15" name="TextBox 14"/>
          <p:cNvSpPr txBox="1"/>
          <p:nvPr/>
        </p:nvSpPr>
        <p:spPr>
          <a:xfrm>
            <a:off x="365760" y="2459736"/>
            <a:ext cx="2286000" cy="256032"/>
          </a:xfrm>
          <a:prstGeom prst="rect">
            <a:avLst/>
          </a:prstGeom>
          <a:noFill/>
        </p:spPr>
        <p:txBody>
          <a:bodyPr wrap="square" anchor="t" lIns="0" rIns="0" tIns="0" bIns="0">
            <a:spAutoFit/>
          </a:bodyPr>
          <a:lstStyle/>
          <a:p>
            <a:pPr algn="l">
              <a:spcAft>
                <a:spcPts val="600"/>
              </a:spcAft>
            </a:pPr>
            <a:r>
              <a:rPr sz="1200" b="0" i="0">
                <a:solidFill>
                  <a:srgbClr val="333333"/>
                </a:solidFill>
              </a:rPr>
              <a:t>Flat-patch MLP</a:t>
            </a:r>
          </a:p>
        </p:txBody>
      </p:sp>
      <p:cxnSp>
        <p:nvCxnSpPr>
          <p:cNvPr id="16" name="Connector 15"/>
          <p:cNvCxnSpPr/>
          <p:nvPr/>
        </p:nvCxnSpPr>
        <p:spPr>
          <a:xfrm>
            <a:off x="2743200" y="2578608"/>
            <a:ext cx="5669280" cy="0"/>
          </a:xfrm>
          <a:prstGeom prst="line">
            <a:avLst/>
          </a:prstGeom>
          <a:ln w="9525">
            <a:solidFill>
              <a:srgbClr val="ECEBE8"/>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626095" y="2500884"/>
            <a:ext cx="155448" cy="155448"/>
          </a:xfrm>
          <a:prstGeom prst="ellipse">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22691" y="2459736"/>
            <a:ext cx="548640" cy="237744"/>
          </a:xfrm>
          <a:prstGeom prst="rect">
            <a:avLst/>
          </a:prstGeom>
          <a:noFill/>
        </p:spPr>
        <p:txBody>
          <a:bodyPr wrap="square" anchor="t" lIns="0" rIns="0" tIns="0" bIns="0">
            <a:spAutoFit/>
          </a:bodyPr>
          <a:lstStyle/>
          <a:p>
            <a:pPr algn="l">
              <a:spcAft>
                <a:spcPts val="600"/>
              </a:spcAft>
            </a:pPr>
            <a:r>
              <a:rPr sz="1100" b="1" i="0">
                <a:solidFill>
                  <a:srgbClr val="57068C"/>
                </a:solidFill>
              </a:rPr>
              <a:t>1.95</a:t>
            </a:r>
          </a:p>
        </p:txBody>
      </p:sp>
      <p:cxnSp>
        <p:nvCxnSpPr>
          <p:cNvPr id="19" name="Connector 18"/>
          <p:cNvCxnSpPr/>
          <p:nvPr/>
        </p:nvCxnSpPr>
        <p:spPr>
          <a:xfrm>
            <a:off x="2743200" y="2770632"/>
            <a:ext cx="5669280" cy="0"/>
          </a:xfrm>
          <a:prstGeom prst="line">
            <a:avLst/>
          </a:prstGeom>
          <a:ln w="12700">
            <a:solidFill>
              <a:srgbClr val="B9B4C2"/>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46888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1.6</a:t>
            </a:r>
          </a:p>
        </p:txBody>
      </p:sp>
      <p:sp>
        <p:nvSpPr>
          <p:cNvPr id="21" name="TextBox 20"/>
          <p:cNvSpPr txBox="1"/>
          <p:nvPr/>
        </p:nvSpPr>
        <p:spPr>
          <a:xfrm>
            <a:off x="388619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1.7</a:t>
            </a:r>
          </a:p>
        </p:txBody>
      </p:sp>
      <p:sp>
        <p:nvSpPr>
          <p:cNvPr id="22" name="TextBox 21"/>
          <p:cNvSpPr txBox="1"/>
          <p:nvPr/>
        </p:nvSpPr>
        <p:spPr>
          <a:xfrm>
            <a:off x="530352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1.8</a:t>
            </a:r>
          </a:p>
        </p:txBody>
      </p:sp>
      <p:sp>
        <p:nvSpPr>
          <p:cNvPr id="23" name="TextBox 22"/>
          <p:cNvSpPr txBox="1"/>
          <p:nvPr/>
        </p:nvSpPr>
        <p:spPr>
          <a:xfrm>
            <a:off x="6720839"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1.9</a:t>
            </a:r>
          </a:p>
        </p:txBody>
      </p:sp>
      <p:sp>
        <p:nvSpPr>
          <p:cNvPr id="24" name="TextBox 23"/>
          <p:cNvSpPr txBox="1"/>
          <p:nvPr/>
        </p:nvSpPr>
        <p:spPr>
          <a:xfrm>
            <a:off x="8138160" y="2807208"/>
            <a:ext cx="548640" cy="228600"/>
          </a:xfrm>
          <a:prstGeom prst="rect">
            <a:avLst/>
          </a:prstGeom>
          <a:noFill/>
        </p:spPr>
        <p:txBody>
          <a:bodyPr wrap="square" anchor="t" lIns="0" rIns="0" tIns="0" bIns="0">
            <a:spAutoFit/>
          </a:bodyPr>
          <a:lstStyle/>
          <a:p>
            <a:pPr algn="ctr">
              <a:spcAft>
                <a:spcPts val="600"/>
              </a:spcAft>
            </a:pPr>
            <a:r>
              <a:rPr sz="1000" b="0" i="0">
                <a:solidFill>
                  <a:srgbClr val="6B6B6B"/>
                </a:solidFill>
              </a:rPr>
              <a:t>2.0</a:t>
            </a:r>
          </a:p>
        </p:txBody>
      </p:sp>
      <p:cxnSp>
        <p:nvCxnSpPr>
          <p:cNvPr id="25" name="Connector 24"/>
          <p:cNvCxnSpPr/>
          <p:nvPr/>
        </p:nvCxnSpPr>
        <p:spPr>
          <a:xfrm>
            <a:off x="5436108" y="1143000"/>
            <a:ext cx="0" cy="1627632"/>
          </a:xfrm>
          <a:prstGeom prst="line">
            <a:avLst/>
          </a:prstGeom>
          <a:ln w="15875">
            <a:solidFill>
              <a:srgbClr val="333333"/>
            </a:solidFill>
            <a:prstDash val="dash"/>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978908" y="886968"/>
            <a:ext cx="914400" cy="237744"/>
          </a:xfrm>
          <a:prstGeom prst="rect">
            <a:avLst/>
          </a:prstGeom>
          <a:noFill/>
        </p:spPr>
        <p:txBody>
          <a:bodyPr wrap="square" anchor="t" lIns="0" rIns="0" tIns="0" bIns="0">
            <a:spAutoFit/>
          </a:bodyPr>
          <a:lstStyle/>
          <a:p>
            <a:pPr algn="ctr">
              <a:spcAft>
                <a:spcPts val="600"/>
              </a:spcAft>
            </a:pPr>
            <a:r>
              <a:rPr sz="1100" b="1" i="0">
                <a:solidFill>
                  <a:srgbClr val="333333"/>
                </a:solidFill>
              </a:rPr>
              <a:t>BP 1.79</a:t>
            </a:r>
          </a:p>
        </p:txBody>
      </p:sp>
      <p:sp>
        <p:nvSpPr>
          <p:cNvPr id="27" name="TextBox 26"/>
          <p:cNvSpPr txBox="1"/>
          <p:nvPr/>
        </p:nvSpPr>
        <p:spPr>
          <a:xfrm>
            <a:off x="2743200" y="3026664"/>
            <a:ext cx="5669280" cy="274320"/>
          </a:xfrm>
          <a:prstGeom prst="rect">
            <a:avLst/>
          </a:prstGeom>
          <a:noFill/>
        </p:spPr>
        <p:txBody>
          <a:bodyPr wrap="square" anchor="t" lIns="0" rIns="0" tIns="0" bIns="0">
            <a:spAutoFit/>
          </a:bodyPr>
          <a:lstStyle/>
          <a:p>
            <a:pPr algn="l">
              <a:spcAft>
                <a:spcPts val="0"/>
              </a:spcAft>
            </a:pPr>
            <a:r>
              <a:rPr sz="950" b="0" i="1">
                <a:solidFill>
                  <a:srgbClr val="6B6B6B"/>
                </a:solidFill>
              </a:rPr>
              <a:t>Effective number of active basis weights, mean over 4 images (lower = sparser).</a:t>
            </a:r>
          </a:p>
        </p:txBody>
      </p:sp>
      <p:sp>
        <p:nvSpPr>
          <p:cNvPr id="28" name="TextBox 27"/>
          <p:cNvSpPr txBox="1"/>
          <p:nvPr/>
        </p:nvSpPr>
        <p:spPr>
          <a:xfrm>
            <a:off x="365760" y="3246120"/>
            <a:ext cx="8412480" cy="1097280"/>
          </a:xfrm>
          <a:prstGeom prst="rect">
            <a:avLst/>
          </a:prstGeom>
          <a:noFill/>
        </p:spPr>
        <p:txBody>
          <a:bodyPr wrap="square" anchor="t" lIns="0" rIns="0" tIns="0" bIns="0">
            <a:spAutoFit/>
          </a:bodyPr>
          <a:lstStyle/>
          <a:p>
            <a:pPr algn="l" marL="182880" indent="-182880">
              <a:spcAft>
                <a:spcPts val="500"/>
              </a:spcAft>
              <a:buClr>
                <a:srgbClr val="333333"/>
              </a:buClr>
              <a:buChar char="•"/>
            </a:pPr>
            <a:r>
              <a:rPr sz="1250" b="0" i="0">
                <a:solidFill>
                  <a:srgbClr val="333333"/>
                </a:solidFill>
              </a:rPr>
              <a:t>Four variants at ~1.45M params, same BP loss, same 4 images.</a:t>
            </a:r>
          </a:p>
          <a:p>
            <a:pPr algn="l" marL="182880" indent="-182880">
              <a:spcAft>
                <a:spcPts val="500"/>
              </a:spcAft>
              <a:buClr>
                <a:srgbClr val="333333"/>
              </a:buClr>
              <a:buChar char="•"/>
            </a:pPr>
            <a:r>
              <a:rPr sz="1250" b="0" i="0">
                <a:solidFill>
                  <a:srgbClr val="333333"/>
                </a:solidFill>
              </a:rPr>
              <a:t>Size, not neighbours, closed the gap: DEM error vs BP 0.042 for the 1.43M centre-pixel MLP, 0.047 for the patch CNN, 0.078 for the first MLP.</a:t>
            </a:r>
          </a:p>
          <a:p>
            <a:pPr algn="l" marL="182880" indent="-182880">
              <a:spcAft>
                <a:spcPts val="500"/>
              </a:spcAft>
              <a:buClr>
                <a:srgbClr val="333333"/>
              </a:buClr>
              <a:buChar char="•"/>
            </a:pPr>
            <a:r>
              <a:rPr sz="1250" b="0" i="0">
                <a:solidFill>
                  <a:srgbClr val="333333"/>
                </a:solidFill>
              </a:rPr>
              <a:t>The patch CNN was sparsest, but measured on held-out pixels of the training images.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On unseen days, the patch CNN's edge disappeared</a:t>
            </a:r>
          </a:p>
        </p:txBody>
      </p:sp>
      <p:sp>
        <p:nvSpPr>
          <p:cNvPr id="3" name="TextBox 2"/>
          <p:cNvSpPr txBox="1"/>
          <p:nvPr/>
        </p:nvSpPr>
        <p:spPr>
          <a:xfrm>
            <a:off x="365760" y="914400"/>
            <a:ext cx="493776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Leave one image out: train on 3, test on the 4th; patch CNN and centre-pixel MLP, 4 folds.</a:t>
            </a:r>
          </a:p>
          <a:p>
            <a:pPr algn="l" marL="182880" indent="-182880">
              <a:spcAft>
                <a:spcPts val="900"/>
              </a:spcAft>
              <a:buClr>
                <a:srgbClr val="333333"/>
              </a:buClr>
              <a:buChar char="•"/>
            </a:pPr>
            <a:r>
              <a:rPr sz="1250" b="0" i="0">
                <a:solidFill>
                  <a:srgbClr val="333333"/>
                </a:solidFill>
              </a:rPr>
              <a:t>Neither is consistently closer to BP's sparsity on the unseen image; the MLP fits AIA better on 3 of 4.</a:t>
            </a:r>
          </a:p>
          <a:p>
            <a:pPr algn="l" marL="182880" indent="-182880">
              <a:spcAft>
                <a:spcPts val="900"/>
              </a:spcAft>
              <a:buClr>
                <a:srgbClr val="333333"/>
              </a:buClr>
              <a:buChar char="•"/>
            </a:pPr>
            <a:r>
              <a:rPr sz="1250" b="0" i="0">
                <a:solidFill>
                  <a:srgbClr val="333333"/>
                </a:solidFill>
              </a:rPr>
              <a:t>Little overfitting (held-out within ±0.2 of in-sample on 3 folds), except the X1.6 flare: peaks too cool (logT ~6.1 vs BP ~6.4), with one other flare image in training.</a:t>
            </a:r>
          </a:p>
          <a:p>
            <a:pPr algn="l" marL="182880" indent="-182880">
              <a:spcAft>
                <a:spcPts val="900"/>
              </a:spcAft>
              <a:buClr>
                <a:srgbClr val="333333"/>
              </a:buClr>
              <a:buChar char="•"/>
            </a:pPr>
            <a:r>
              <a:rPr sz="1250" b="1" i="0">
                <a:solidFill>
                  <a:srgbClr val="57068C"/>
                </a:solidFill>
              </a:rPr>
              <a:t>Carry the simpler centre-pixel MLP forward, and get more flare data → scaling.</a:t>
            </a:r>
          </a:p>
        </p:txBody>
      </p:sp>
      <p:pic>
        <p:nvPicPr>
          <p:cNvPr id="4" name="Picture 3" descr="loo_flare.png"/>
          <p:cNvPicPr>
            <a:picLocks noChangeAspect="1"/>
          </p:cNvPicPr>
          <p:nvPr/>
        </p:nvPicPr>
        <p:blipFill>
          <a:blip r:embed="rId3"/>
          <a:stretch>
            <a:fillRect/>
          </a:stretch>
        </p:blipFill>
        <p:spPr>
          <a:xfrm>
            <a:off x="5486400" y="827579"/>
            <a:ext cx="3291840" cy="3282601"/>
          </a:xfrm>
          <a:prstGeom prst="rect">
            <a:avLst/>
          </a:prstGeom>
        </p:spPr>
      </p:pic>
      <p:sp>
        <p:nvSpPr>
          <p:cNvPr id="5" name="TextBox 4"/>
          <p:cNvSpPr txBox="1"/>
          <p:nvPr/>
        </p:nvSpPr>
        <p:spPr>
          <a:xfrm>
            <a:off x="5486400" y="4114800"/>
            <a:ext cx="3291840" cy="274320"/>
          </a:xfrm>
          <a:prstGeom prst="rect">
            <a:avLst/>
          </a:prstGeom>
          <a:noFill/>
        </p:spPr>
        <p:txBody>
          <a:bodyPr wrap="square" anchor="t" lIns="0" rIns="0" tIns="0" bIns="0">
            <a:spAutoFit/>
          </a:bodyPr>
          <a:lstStyle/>
          <a:p>
            <a:pPr algn="l">
              <a:spcAft>
                <a:spcPts val="0"/>
              </a:spcAft>
            </a:pPr>
            <a:r>
              <a:rPr sz="950" b="0" i="1">
                <a:solidFill>
                  <a:srgbClr val="6B6B6B"/>
                </a:solidFill>
              </a:rPr>
              <a:t>Held-out X1.6 flare image: CNN and MLP (dashed) vs BP.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4</a:t>
            </a:r>
            <a:br/>
            <a:r>
              <a:rPr sz="4100"/>
              <a:t>Scaling to the full dataset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first full-disk runs collapsed to an all-zero DEM</a:t>
            </a:r>
          </a:p>
        </p:txBody>
      </p:sp>
      <p:sp>
        <p:nvSpPr>
          <p:cNvPr id="3" name="TextBox 2"/>
          <p:cNvSpPr txBox="1"/>
          <p:nvPr/>
        </p:nvSpPr>
        <p:spPr>
          <a:xfrm>
            <a:off x="365760" y="914400"/>
            <a:ext cx="5212080" cy="3383280"/>
          </a:xfrm>
          <a:prstGeom prst="rect">
            <a:avLst/>
          </a:prstGeom>
          <a:noFill/>
        </p:spPr>
        <p:txBody>
          <a:bodyPr wrap="square" anchor="t" lIns="0" rIns="0" tIns="0" bIns="0">
            <a:spAutoFit/>
          </a:bodyPr>
          <a:lstStyle/>
          <a:p>
            <a:pPr algn="l" marL="182880" indent="-182880">
              <a:spcAft>
                <a:spcPts val="900"/>
              </a:spcAft>
              <a:buClr>
                <a:srgbClr val="333333"/>
              </a:buClr>
              <a:buChar char="•"/>
            </a:pPr>
            <a:r>
              <a:rPr sz="1250" b="0" i="0">
                <a:solidFill>
                  <a:srgbClr val="333333"/>
                </a:solidFill>
              </a:rPr>
              <a:t>Full-disk intensities span ~7 decades (10⁻³ off-limb to 10⁴ in flare cores); the small crops spanned about one.</a:t>
            </a:r>
          </a:p>
          <a:p>
            <a:pPr algn="l" marL="182880" indent="-182880">
              <a:spcAft>
                <a:spcPts val="900"/>
              </a:spcAft>
              <a:buClr>
                <a:srgbClr val="333333"/>
              </a:buClr>
              <a:buChar char="•"/>
            </a:pPr>
            <a:r>
              <a:rPr sz="1250" b="0" i="0">
                <a:solidFill>
                  <a:srgbClr val="333333"/>
                </a:solidFill>
              </a:rPr>
              <a:t>Fed raw, the untrained network predicted AIA ~7× outside the noise band: loss 5×10¹³ at step 0. The output softplus underflowed, its gradient became exactly zero, and every pixel predicted zero.</a:t>
            </a:r>
          </a:p>
          <a:p>
            <a:pPr algn="l" marL="182880" indent="-182880">
              <a:spcAft>
                <a:spcPts val="900"/>
              </a:spcAft>
              <a:buClr>
                <a:srgbClr val="333333"/>
              </a:buClr>
              <a:buChar char="•"/>
            </a:pPr>
            <a:r>
              <a:rPr sz="1250" b="0" i="0">
                <a:solidFill>
                  <a:srgbClr val="333333"/>
                </a:solidFill>
              </a:rPr>
              <a:t>Fix: log1p on the input only (loss and metrics stay in physical units), learning-rate warmup, a clamped softplus whose gradient cannot vanish, and a guard that stops a run whose loss freezes.</a:t>
            </a:r>
          </a:p>
          <a:p>
            <a:pPr algn="l" marL="182880" indent="-182880">
              <a:spcAft>
                <a:spcPts val="900"/>
              </a:spcAft>
              <a:buClr>
                <a:srgbClr val="333333"/>
              </a:buClr>
              <a:buChar char="•"/>
            </a:pPr>
            <a:r>
              <a:rPr sz="1250" b="1" i="0">
                <a:solidFill>
                  <a:srgbClr val="57068C"/>
                </a:solidFill>
              </a:rPr>
              <a:t>A 64-block smoke test could not catch it: it never drew a flare pixel.</a:t>
            </a:r>
          </a:p>
        </p:txBody>
      </p:sp>
      <p:sp>
        <p:nvSpPr>
          <p:cNvPr id="4" name="Rounded Rectangle 3"/>
          <p:cNvSpPr/>
          <p:nvPr/>
        </p:nvSpPr>
        <p:spPr>
          <a:xfrm>
            <a:off x="6035040" y="109728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Raw intensity</a:t>
            </a:r>
          </a:p>
          <a:p>
            <a:pPr algn="ctr"/>
            <a:r>
              <a:rPr sz="1100">
                <a:solidFill>
                  <a:srgbClr val="333333"/>
                </a:solidFill>
              </a:rPr>
              <a:t>10⁻³ … 10⁴</a:t>
            </a:r>
          </a:p>
        </p:txBody>
      </p:sp>
      <p:sp>
        <p:nvSpPr>
          <p:cNvPr id="5" name="Rounded Rectangle 4"/>
          <p:cNvSpPr/>
          <p:nvPr/>
        </p:nvSpPr>
        <p:spPr>
          <a:xfrm>
            <a:off x="6035040" y="2194560"/>
            <a:ext cx="2651760" cy="731520"/>
          </a:xfrm>
          <a:prstGeom prst="roundRect">
            <a:avLst>
              <a:gd name="adj" fmla="val 6000"/>
            </a:avLst>
          </a:prstGeom>
          <a:solidFill>
            <a:srgbClr val="57068C"/>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FFFFFF"/>
                </a:solidFill>
              </a:rPr>
              <a:t>log1p</a:t>
            </a:r>
          </a:p>
          <a:p>
            <a:pPr algn="ctr"/>
            <a:r>
              <a:rPr sz="1100">
                <a:solidFill>
                  <a:srgbClr val="FFFFFF"/>
                </a:solidFill>
              </a:rPr>
              <a:t>input only</a:t>
            </a:r>
          </a:p>
        </p:txBody>
      </p:sp>
      <p:cxnSp>
        <p:nvCxnSpPr>
          <p:cNvPr id="6" name="Connector 5"/>
          <p:cNvCxnSpPr/>
          <p:nvPr/>
        </p:nvCxnSpPr>
        <p:spPr>
          <a:xfrm>
            <a:off x="7360920" y="182880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035040" y="3291840"/>
            <a:ext cx="2651760" cy="73152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wrap="square"/>
          <a:lstStyle/>
          <a:p>
            <a:pPr algn="ctr"/>
            <a:r>
              <a:rPr sz="1300" b="1">
                <a:solidFill>
                  <a:srgbClr val="57068C"/>
                </a:solidFill>
              </a:rPr>
              <a:t>Network input</a:t>
            </a:r>
          </a:p>
          <a:p>
            <a:pPr algn="ctr"/>
            <a:r>
              <a:rPr sz="1100">
                <a:solidFill>
                  <a:srgbClr val="333333"/>
                </a:solidFill>
              </a:rPr>
              <a:t>0 … 9.2</a:t>
            </a:r>
          </a:p>
        </p:txBody>
      </p:sp>
      <p:cxnSp>
        <p:nvCxnSpPr>
          <p:cNvPr id="8" name="Connector 7"/>
          <p:cNvCxnSpPr/>
          <p:nvPr/>
        </p:nvCxnSpPr>
        <p:spPr>
          <a:xfrm>
            <a:off x="7360920" y="2926080"/>
            <a:ext cx="0" cy="365760"/>
          </a:xfrm>
          <a:prstGeom prst="line">
            <a:avLst/>
          </a:prstGeom>
          <a:ln w="19050">
            <a:solidFill>
              <a:srgbClr val="57068C"/>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How we score at scale</a:t>
            </a:r>
          </a:p>
        </p:txBody>
      </p:sp>
      <p:sp>
        <p:nvSpPr>
          <p:cNvPr id="3" name="TextBox 2"/>
          <p:cNvSpPr txBox="1"/>
          <p:nvPr/>
        </p:nvSpPr>
        <p:spPr>
          <a:xfrm>
            <a:off x="365760" y="1005840"/>
            <a:ext cx="8412480" cy="329184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153 test days, never seen in training; each scored on random quarters of the image against 5 solver targets (the clean solve and 4 noisy re-solves).</a:t>
            </a:r>
          </a:p>
          <a:p>
            <a:pPr algn="l" marL="182880" indent="-182880">
              <a:spcAft>
                <a:spcPts val="1200"/>
              </a:spcAft>
              <a:buClr>
                <a:srgbClr val="333333"/>
              </a:buClr>
              <a:buChar char="•"/>
            </a:pPr>
            <a:r>
              <a:rPr sz="1300" b="0" i="0">
                <a:solidFill>
                  <a:srgbClr val="333333"/>
                </a:solidFill>
              </a:rPr>
              <a:t>Bright = any channel above its top-5% cutoff (~10% of pixels); the rest is Quiet.</a:t>
            </a:r>
          </a:p>
          <a:p>
            <a:pPr algn="l" marL="182880" indent="-182880">
              <a:spcAft>
                <a:spcPts val="1200"/>
              </a:spcAft>
              <a:buClr>
                <a:srgbClr val="333333"/>
              </a:buClr>
              <a:buChar char="•"/>
            </a:pPr>
            <a:r>
              <a:rPr sz="1300" b="0" i="0">
                <a:solidFill>
                  <a:srgbClr val="333333"/>
                </a:solidFill>
              </a:rPr>
              <a:t>DEM against the solver: MSE, total-emission error, W1 (temperature-shape distance). AIA reconstruction against the observation: MAE, MSE.</a:t>
            </a:r>
          </a:p>
          <a:p>
            <a:pPr algn="l" marL="182880" indent="-182880">
              <a:spcAft>
                <a:spcPts val="1200"/>
              </a:spcAft>
              <a:buClr>
                <a:srgbClr val="333333"/>
              </a:buClr>
              <a:buChar char="•"/>
            </a:pPr>
            <a:r>
              <a:rPr sz="1300" b="0" i="0">
                <a:solidFill>
                  <a:srgbClr val="333333"/>
                </a:solidFill>
              </a:rPr>
              <a:t>We also report medians and percentiles: the error is extremely heavy-tailed (one pixel in 5 million once made up 94% of a model's mean loss).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5</a:t>
            </a:r>
            <a:br/>
            <a:r>
              <a:rPr sz="4100"/>
              <a:t>Experiments at scale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scale, the centre-pixel MLP matched the patch CNN</a:t>
            </a:r>
          </a:p>
        </p:txBody>
      </p:sp>
      <p:sp>
        <p:nvSpPr>
          <p:cNvPr id="3" name="TextBox 2"/>
          <p:cNvSpPr txBox="1"/>
          <p:nvPr/>
        </p:nvSpPr>
        <p:spPr>
          <a:xfrm>
            <a:off x="365760" y="914400"/>
            <a:ext cx="8412480" cy="6400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Same 917 training days and losses, ~1.5M parameters each; scored on the 153 test days.</a:t>
            </a:r>
          </a:p>
        </p:txBody>
      </p:sp>
      <p:graphicFrame>
        <p:nvGraphicFramePr>
          <p:cNvPr id="4" name="Table 3"/>
          <p:cNvGraphicFramePr>
            <a:graphicFrameLocks noGrp="1"/>
          </p:cNvGraphicFramePr>
          <p:nvPr/>
        </p:nvGraphicFramePr>
        <p:xfrm>
          <a:off x="365760" y="1417320"/>
          <a:ext cx="8412480" cy="1316736"/>
        </p:xfrm>
        <a:graphic>
          <a:graphicData uri="http://schemas.openxmlformats.org/drawingml/2006/table">
            <a:tbl>
              <a:tblPr firstRow="1" bandRow="1"/>
              <a:tblGrid>
                <a:gridCol w="2804160"/>
                <a:gridCol w="1402080"/>
                <a:gridCol w="1402080"/>
                <a:gridCol w="1402080"/>
                <a:gridCol w="1402080"/>
              </a:tblGrid>
              <a:tr h="329184">
                <a:tc>
                  <a:txBody>
                    <a:bodyPr wrap="square"/>
                    <a:lstStyle/>
                    <a:p>
                      <a:pPr algn="l"/>
                      <a:r>
                        <a:rPr sz="115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BP: CNN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MLP</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150" b="1">
                          <a:solidFill>
                            <a:srgbClr val="FFFFFF"/>
                          </a:solidFill>
                        </a:rPr>
                        <a:t>ENet: CNN</a:t>
                      </a:r>
                    </a:p>
                  </a:txBody>
                  <a:tcPr marL="54864" marR="54864" marT="27432" marB="27432" anchor="ctr">
                    <a:lnL w="0">
                      <a:noFill/>
                    </a:lnL>
                    <a:lnR w="0">
                      <a:noFill/>
                    </a:lnR>
                    <a:lnT w="0">
                      <a:noFill/>
                    </a:lnT>
                    <a:lnB w="6350">
                      <a:solidFill>
                        <a:srgbClr val="D9D3E3"/>
                      </a:solidFill>
                    </a:lnB>
                    <a:solidFill>
                      <a:srgbClr val="57068C"/>
                    </a:solidFill>
                  </a:tcPr>
                </a:tc>
              </a:tr>
              <a:tr h="329184">
                <a:tc>
                  <a:txBody>
                    <a:bodyPr wrap="square"/>
                    <a:lstStyle/>
                    <a:p>
                      <a:pPr algn="l"/>
                      <a:r>
                        <a:rPr sz="1150" b="0">
                          <a:solidFill>
                            <a:srgbClr val="333333"/>
                          </a:solidFill>
                        </a:rPr>
                        <a:t>Sparsity (BP 1.79)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1.90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1.96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3.68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3.61</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Training objective (val)</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2.145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2.241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1.850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1.858</a:t>
                      </a:r>
                    </a:p>
                  </a:txBody>
                  <a:tcPr marL="54864" marR="54864" marT="27432" marB="27432" anchor="ctr">
                    <a:lnL w="0">
                      <a:noFill/>
                    </a:lnL>
                    <a:lnR w="0">
                      <a:noFill/>
                    </a:lnR>
                    <a:lnT w="0">
                      <a:noFill/>
                    </a:lnT>
                    <a:lnB w="6350">
                      <a:solidFill>
                        <a:srgbClr val="D9D3E3"/>
                      </a:solidFill>
                    </a:lnB>
                    <a:solidFill>
                      <a:srgbClr val="FFFFFF"/>
                    </a:solidFill>
                  </a:tcPr>
                </a:tc>
              </a:tr>
              <a:tr h="329184">
                <a:tc>
                  <a:txBody>
                    <a:bodyPr wrap="square"/>
                    <a:lstStyle/>
                    <a:p>
                      <a:pPr algn="l"/>
                      <a:r>
                        <a:rPr sz="1150" b="0">
                          <a:solidFill>
                            <a:srgbClr val="333333"/>
                          </a:solidFill>
                        </a:rPr>
                        <a:t>AIA MAE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4.88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4.84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4.61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150" b="0">
                          <a:solidFill>
                            <a:srgbClr val="333333"/>
                          </a:solidFill>
                        </a:rPr>
                        <a:t>4.75</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5" name="TextBox 4"/>
          <p:cNvSpPr txBox="1"/>
          <p:nvPr/>
        </p:nvSpPr>
        <p:spPr>
          <a:xfrm>
            <a:off x="365760" y="2880360"/>
            <a:ext cx="8412480" cy="365760"/>
          </a:xfrm>
          <a:prstGeom prst="rect">
            <a:avLst/>
          </a:prstGeom>
          <a:noFill/>
        </p:spPr>
        <p:txBody>
          <a:bodyPr wrap="square" anchor="t" lIns="0" rIns="0" tIns="0" bIns="0">
            <a:spAutoFit/>
          </a:bodyPr>
          <a:lstStyle/>
          <a:p>
            <a:pPr algn="l">
              <a:spcAft>
                <a:spcPts val="600"/>
              </a:spcAft>
            </a:pPr>
            <a:r>
              <a:rPr sz="1300" b="1" i="0">
                <a:solidFill>
                  <a:srgbClr val="57068C"/>
                </a:solidFill>
              </a:rPr>
              <a:t>The simplest model scales: no neighbourhood needed.</a:t>
            </a:r>
          </a:p>
        </p:txBody>
      </p:sp>
      <p:sp>
        <p:nvSpPr>
          <p:cNvPr id="6" name="TextBox 5"/>
          <p:cNvSpPr txBox="1"/>
          <p:nvPr/>
        </p:nvSpPr>
        <p:spPr>
          <a:xfrm>
            <a:off x="365760" y="329184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Shown: earlier fixed-sample runs (ENet then used α = 1). The fresh-pixel rerun replaces them.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176k parameters are enough</a:t>
            </a:r>
          </a:p>
        </p:txBody>
      </p:sp>
      <p:graphicFrame>
        <p:nvGraphicFramePr>
          <p:cNvPr id="3" name="Chart 2"/>
          <p:cNvGraphicFramePr>
            <a:graphicFrameLocks noGrp="1"/>
          </p:cNvGraphicFramePr>
          <p:nvPr/>
        </p:nvGraphicFramePr>
        <p:xfrm>
          <a:off x="365760" y="914400"/>
          <a:ext cx="5120640" cy="3017520"/>
        </p:xfrm>
        <a:graphic>
          <a:graphicData uri="http://schemas.openxmlformats.org/drawingml/2006/chart">
            <c:chart xmlns:c="http://schemas.openxmlformats.org/drawingml/2006/chart" r:id="rId3"/>
          </a:graphicData>
        </a:graphic>
      </p:graphicFrame>
      <p:sp>
        <p:nvSpPr>
          <p:cNvPr id="4" name="TextBox 3"/>
          <p:cNvSpPr txBox="1"/>
          <p:nvPr/>
        </p:nvSpPr>
        <p:spPr>
          <a:xfrm>
            <a:off x="5669280" y="1097280"/>
            <a:ext cx="3108960" cy="2743200"/>
          </a:xfrm>
          <a:prstGeom prst="rect">
            <a:avLst/>
          </a:prstGeom>
          <a:noFill/>
        </p:spPr>
        <p:txBody>
          <a:bodyPr wrap="square" anchor="t" lIns="0" rIns="0" tIns="0" bIns="0">
            <a:spAutoFit/>
          </a:bodyPr>
          <a:lstStyle/>
          <a:p>
            <a:pPr algn="l" marL="182880" indent="-182880">
              <a:spcAft>
                <a:spcPts val="1000"/>
              </a:spcAft>
              <a:buClr>
                <a:srgbClr val="333333"/>
              </a:buClr>
              <a:buChar char="•"/>
            </a:pPr>
            <a:r>
              <a:rPr sz="1200" b="0" i="0">
                <a:solidFill>
                  <a:srgbClr val="333333"/>
                </a:solidFill>
              </a:rPr>
              <a:t>MLP widths from 10k to 1.43M parameters, both tracks.</a:t>
            </a:r>
          </a:p>
          <a:p>
            <a:pPr algn="l" marL="182880" indent="-182880">
              <a:spcAft>
                <a:spcPts val="1000"/>
              </a:spcAft>
              <a:buClr>
                <a:srgbClr val="333333"/>
              </a:buClr>
              <a:buChar char="•"/>
            </a:pPr>
            <a:r>
              <a:rPr sz="1200" b="0" i="0">
                <a:solidFill>
                  <a:srgbClr val="333333"/>
                </a:solidFill>
              </a:rPr>
              <a:t>Below 176k, detection of multi-peaked pixels collapses; above it, nothing we report improves.</a:t>
            </a:r>
          </a:p>
          <a:p>
            <a:pPr algn="l" marL="182880" indent="-182880">
              <a:spcAft>
                <a:spcPts val="1000"/>
              </a:spcAft>
              <a:buClr>
                <a:srgbClr val="333333"/>
              </a:buClr>
              <a:buChar char="•"/>
            </a:pPr>
            <a:r>
              <a:rPr sz="1200" b="1" i="0">
                <a:solidFill>
                  <a:srgbClr val="57068C"/>
                </a:solidFill>
              </a:rPr>
              <a:t>Production: 4 hidden layers of 232, 176k parameters.</a:t>
            </a:r>
          </a:p>
        </p:txBody>
      </p:sp>
      <p:sp>
        <p:nvSpPr>
          <p:cNvPr id="5" name="TextBox 4"/>
          <p:cNvSpPr txBox="1"/>
          <p:nvPr/>
        </p:nvSpPr>
        <p:spPr>
          <a:xfrm>
            <a:off x="365760" y="406908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Shown: earlier fixed-sample sweep. The fresh-pixel sweep replaces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6</a:t>
            </a:r>
            <a:br/>
            <a:r>
              <a:rPr sz="4100"/>
              <a:t>Results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Against the supervised model: worse DEM MSE, better reconstruction</a:t>
            </a:r>
          </a:p>
        </p:txBody>
      </p:sp>
      <p:graphicFrame>
        <p:nvGraphicFramePr>
          <p:cNvPr id="3" name="Table 2"/>
          <p:cNvGraphicFramePr>
            <a:graphicFrameLocks noGrp="1"/>
          </p:cNvGraphicFramePr>
          <p:nvPr/>
        </p:nvGraphicFramePr>
        <p:xfrm>
          <a:off x="365760" y="1005840"/>
          <a:ext cx="8412476" cy="1920240"/>
        </p:xfrm>
        <a:graphic>
          <a:graphicData uri="http://schemas.openxmlformats.org/drawingml/2006/table">
            <a:tbl>
              <a:tblPr firstRow="1" bandRow="1"/>
              <a:tblGrid>
                <a:gridCol w="2177347"/>
                <a:gridCol w="1286614"/>
                <a:gridCol w="1286614"/>
                <a:gridCol w="1088673"/>
                <a:gridCol w="1286614"/>
                <a:gridCol w="1286614"/>
              </a:tblGrid>
              <a:tr h="384048">
                <a:tc>
                  <a:txBody>
                    <a:bodyPr wrap="square"/>
                    <a:lstStyle/>
                    <a:p>
                      <a:pPr algn="l"/>
                      <a:r>
                        <a:rPr sz="1200" b="1">
                          <a:solidFill>
                            <a:srgbClr val="FFFFFF"/>
                          </a:solidFill>
                        </a:rPr>
                        <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DEM MSE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EM error</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W1</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MAE</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AIA MSE</a:t>
                      </a:r>
                    </a:p>
                  </a:txBody>
                  <a:tcPr marL="54864" marR="54864" marT="27432" marB="27432" anchor="ctr">
                    <a:lnL w="0">
                      <a:noFill/>
                    </a:lnL>
                    <a:lnR w="0">
                      <a:noFill/>
                    </a:lnR>
                    <a:lnT w="0">
                      <a:noFill/>
                    </a:lnT>
                    <a:lnB w="6350">
                      <a:solidFill>
                        <a:srgbClr val="D9D3E3"/>
                      </a:solidFill>
                    </a:lnB>
                    <a:solidFill>
                      <a:srgbClr val="57068C"/>
                    </a:solidFill>
                  </a:tcPr>
                </a:tc>
              </a:tr>
              <a:tr h="384048">
                <a:tc>
                  <a:txBody>
                    <a:bodyPr wrap="square"/>
                    <a:lstStyle/>
                    <a:p>
                      <a:pPr algn="l"/>
                      <a:r>
                        <a:rPr sz="1200" b="1">
                          <a:solidFill>
                            <a:srgbClr val="333333"/>
                          </a:solidFill>
                        </a:rPr>
                        <a:t>BP,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5.28</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25.5%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4.35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93</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BP,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0.91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14.3%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0.133</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2.95</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157</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0.79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14.7%</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0.126</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0.72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414</a:t>
                      </a:r>
                    </a:p>
                  </a:txBody>
                  <a:tcPr marL="54864" marR="54864" marT="27432" marB="27432" anchor="ctr">
                    <a:lnL w="0">
                      <a:noFill/>
                    </a:lnL>
                    <a:lnR w="0">
                      <a:noFill/>
                    </a:lnR>
                    <a:lnT w="0">
                      <a:noFill/>
                    </a:lnT>
                    <a:lnB w="6350">
                      <a:solidFill>
                        <a:srgbClr val="D9D3E3"/>
                      </a:solidFill>
                    </a:lnB>
                    <a:solidFill>
                      <a:srgbClr val="FFFFFF"/>
                    </a:solidFill>
                  </a:tcPr>
                </a:tc>
              </a:tr>
              <a:tr h="384048">
                <a:tc>
                  <a:txBody>
                    <a:bodyPr wrap="square"/>
                    <a:lstStyle/>
                    <a:p>
                      <a:pPr algn="l"/>
                      <a:r>
                        <a:rPr sz="1200" b="1">
                          <a:solidFill>
                            <a:srgbClr val="333333"/>
                          </a:solidFill>
                        </a:rPr>
                        <a:t>ENet, 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18.0%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1">
                          <a:solidFill>
                            <a:srgbClr val="333333"/>
                          </a:solidFill>
                        </a:rPr>
                        <a:t>0.121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6.32</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598</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3108960"/>
            <a:ext cx="8412480" cy="54864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Bold = better. Supervised wins DEM MSE on both tracks; we win AIA MSE on both, and most of the rest on ElasticNet.</a:t>
            </a:r>
          </a:p>
        </p:txBody>
      </p:sp>
      <p:sp>
        <p:nvSpPr>
          <p:cNvPr id="5" name="TextBox 4"/>
          <p:cNvSpPr txBox="1"/>
          <p:nvPr/>
        </p:nvSpPr>
        <p:spPr>
          <a:xfrm>
            <a:off x="365760" y="3703320"/>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The earlier fixed-sample models scored better on DEM MSE (BP 4.19, ENet 0.59).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The typical pixel and the average tell different stories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0.030 vs 0.112</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BP median pixel error, ours vs supervised: ~4× better on the typical pixel</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97%</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sits in the worst 1% of pixels (supervised 95%)</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On the typical BP pixel we are ~4× closer to the solver than the supervised model.</a:t>
            </a:r>
          </a:p>
          <a:p>
            <a:pPr algn="l" marL="182880" indent="-182880">
              <a:spcAft>
                <a:spcPts val="1200"/>
              </a:spcAft>
              <a:buClr>
                <a:srgbClr val="333333"/>
              </a:buClr>
              <a:buChar char="•"/>
            </a:pPr>
            <a:r>
              <a:rPr sz="1300" b="0" i="0">
                <a:solidFill>
                  <a:srgbClr val="333333"/>
                </a:solidFill>
              </a:rPr>
              <a:t>From the 90th percentile up, supervised is better (p99: 27 vs 117).</a:t>
            </a:r>
          </a:p>
          <a:p>
            <a:pPr algn="l" marL="182880" indent="-182880">
              <a:spcAft>
                <a:spcPts val="1200"/>
              </a:spcAft>
              <a:buClr>
                <a:srgbClr val="333333"/>
              </a:buClr>
              <a:buChar char="•"/>
            </a:pPr>
            <a:r>
              <a:rPr sz="1300" b="0" i="0">
                <a:solidFill>
                  <a:srgbClr val="333333"/>
                </a:solidFill>
              </a:rPr>
              <a:t>The average is set by the worst 1% of pixels, for both models.</a:t>
            </a:r>
          </a:p>
          <a:p>
            <a:pPr algn="l" marL="182880" indent="-182880">
              <a:spcAft>
                <a:spcPts val="1200"/>
              </a:spcAft>
              <a:buClr>
                <a:srgbClr val="333333"/>
              </a:buClr>
              <a:buChar char="•"/>
            </a:pPr>
            <a:r>
              <a:rPr sz="1300" b="0" i="0">
                <a:solidFill>
                  <a:srgbClr val="333333"/>
                </a:solidFill>
              </a:rPr>
              <a:t>ElasticNet: supervised is better at the median too (1.12 vs 1.70).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Multi-peaked DEMs: we flag them precisely but find a quarter</a:t>
            </a:r>
          </a:p>
        </p:txBody>
      </p:sp>
      <p:graphicFrame>
        <p:nvGraphicFramePr>
          <p:cNvPr id="3" name="Table 2"/>
          <p:cNvGraphicFramePr>
            <a:graphicFrameLocks noGrp="1"/>
          </p:cNvGraphicFramePr>
          <p:nvPr/>
        </p:nvGraphicFramePr>
        <p:xfrm>
          <a:off x="365760" y="1005840"/>
          <a:ext cx="5669280" cy="1463040"/>
        </p:xfrm>
        <a:graphic>
          <a:graphicData uri="http://schemas.openxmlformats.org/drawingml/2006/table">
            <a:tbl>
              <a:tblPr firstRow="1" bandRow="1"/>
              <a:tblGrid>
                <a:gridCol w="1645920"/>
                <a:gridCol w="1828800"/>
                <a:gridCol w="1097280"/>
                <a:gridCol w="1097280"/>
              </a:tblGrid>
              <a:tr h="365760">
                <a:tc>
                  <a:txBody>
                    <a:bodyPr wrap="square"/>
                    <a:lstStyle/>
                    <a:p>
                      <a:pPr algn="l"/>
                      <a:r>
                        <a:rPr sz="1200" b="1">
                          <a:solidFill>
                            <a:srgbClr val="FFFFFF"/>
                          </a:solidFill>
                        </a:rPr>
                        <a:t>BP track</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Flagged multi-peaked</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Precision</a:t>
                      </a:r>
                    </a:p>
                  </a:txBody>
                  <a:tcPr marL="54864" marR="54864" marT="27432" marB="27432" anchor="ctr">
                    <a:lnL w="0">
                      <a:noFill/>
                    </a:lnL>
                    <a:lnR w="0">
                      <a:noFill/>
                    </a:lnR>
                    <a:lnT w="0">
                      <a:noFill/>
                    </a:lnT>
                    <a:lnB w="6350">
                      <a:solidFill>
                        <a:srgbClr val="D9D3E3"/>
                      </a:solidFill>
                    </a:lnB>
                    <a:solidFill>
                      <a:srgbClr val="57068C"/>
                    </a:solidFill>
                  </a:tcPr>
                </a:tc>
                <a:tc>
                  <a:txBody>
                    <a:bodyPr wrap="square"/>
                    <a:lstStyle/>
                    <a:p>
                      <a:pPr algn="r"/>
                      <a:r>
                        <a:rPr sz="1200" b="1">
                          <a:solidFill>
                            <a:srgbClr val="FFFFFF"/>
                          </a:solidFill>
                        </a:rPr>
                        <a:t>Recall</a:t>
                      </a:r>
                    </a:p>
                  </a:txBody>
                  <a:tcPr marL="54864" marR="54864" marT="27432" marB="27432" anchor="ctr">
                    <a:lnL w="0">
                      <a:noFill/>
                    </a:lnL>
                    <a:lnR w="0">
                      <a:noFill/>
                    </a:lnR>
                    <a:lnT w="0">
                      <a:noFill/>
                    </a:lnT>
                    <a:lnB w="6350">
                      <a:solidFill>
                        <a:srgbClr val="D9D3E3"/>
                      </a:solidFill>
                    </a:lnB>
                    <a:solidFill>
                      <a:srgbClr val="57068C"/>
                    </a:solidFill>
                  </a:tcPr>
                </a:tc>
              </a:tr>
              <a:tr h="365760">
                <a:tc>
                  <a:txBody>
                    <a:bodyPr wrap="square"/>
                    <a:lstStyle/>
                    <a:p>
                      <a:pPr algn="l"/>
                      <a:r>
                        <a:rPr sz="1200" b="1">
                          <a:solidFill>
                            <a:srgbClr val="333333"/>
                          </a:solidFill>
                        </a:rPr>
                        <a:t>Solver (BP)</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13.5% of pixels</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Label-free</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5.0%</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69%</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25%</a:t>
                      </a:r>
                    </a:p>
                  </a:txBody>
                  <a:tcPr marL="54864" marR="54864" marT="27432" marB="27432" anchor="ctr">
                    <a:lnL w="0">
                      <a:noFill/>
                    </a:lnL>
                    <a:lnR w="0">
                      <a:noFill/>
                    </a:lnR>
                    <a:lnT w="0">
                      <a:noFill/>
                    </a:lnT>
                    <a:lnB w="6350">
                      <a:solidFill>
                        <a:srgbClr val="D9D3E3"/>
                      </a:solidFill>
                    </a:lnB>
                    <a:solidFill>
                      <a:srgbClr val="FFFFFF"/>
                    </a:solidFill>
                  </a:tcPr>
                </a:tc>
              </a:tr>
              <a:tr h="365760">
                <a:tc>
                  <a:txBody>
                    <a:bodyPr wrap="square"/>
                    <a:lstStyle/>
                    <a:p>
                      <a:pPr algn="l"/>
                      <a:r>
                        <a:rPr sz="1200" b="1">
                          <a:solidFill>
                            <a:srgbClr val="333333"/>
                          </a:solidFill>
                        </a:rPr>
                        <a:t>Supervised</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41.1%</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24%</a:t>
                      </a:r>
                    </a:p>
                  </a:txBody>
                  <a:tcPr marL="54864" marR="54864" marT="27432" marB="27432" anchor="ctr">
                    <a:lnL w="0">
                      <a:noFill/>
                    </a:lnL>
                    <a:lnR w="0">
                      <a:noFill/>
                    </a:lnR>
                    <a:lnT w="0">
                      <a:noFill/>
                    </a:lnT>
                    <a:lnB w="6350">
                      <a:solidFill>
                        <a:srgbClr val="D9D3E3"/>
                      </a:solidFill>
                    </a:lnB>
                    <a:solidFill>
                      <a:srgbClr val="FFFFFF"/>
                    </a:solidFill>
                  </a:tcPr>
                </a:tc>
                <a:tc>
                  <a:txBody>
                    <a:bodyPr wrap="square"/>
                    <a:lstStyle/>
                    <a:p>
                      <a:pPr algn="r"/>
                      <a:r>
                        <a:rPr sz="1200" b="0">
                          <a:solidFill>
                            <a:srgbClr val="333333"/>
                          </a:solidFill>
                        </a:rPr>
                        <a:t>72%</a:t>
                      </a:r>
                    </a:p>
                  </a:txBody>
                  <a:tcPr marL="54864" marR="54864" marT="27432" marB="27432" anchor="ctr">
                    <a:lnL w="0">
                      <a:noFill/>
                    </a:lnL>
                    <a:lnR w="0">
                      <a:noFill/>
                    </a:lnR>
                    <a:lnT w="0">
                      <a:noFill/>
                    </a:lnT>
                    <a:lnB w="6350">
                      <a:solidFill>
                        <a:srgbClr val="D9D3E3"/>
                      </a:solidFill>
                    </a:lnB>
                    <a:solidFill>
                      <a:srgbClr val="FFFFFF"/>
                    </a:solidFill>
                  </a:tcPr>
                </a:tc>
              </a:tr>
            </a:tbl>
          </a:graphicData>
        </a:graphic>
      </p:graphicFrame>
      <p:sp>
        <p:nvSpPr>
          <p:cNvPr id="4" name="TextBox 3"/>
          <p:cNvSpPr txBox="1"/>
          <p:nvPr/>
        </p:nvSpPr>
        <p:spPr>
          <a:xfrm>
            <a:off x="365760" y="2697480"/>
            <a:ext cx="8412480" cy="1097280"/>
          </a:xfrm>
          <a:prstGeom prst="rect">
            <a:avLst/>
          </a:prstGeom>
          <a:noFill/>
        </p:spPr>
        <p:txBody>
          <a:bodyPr wrap="square" anchor="t" lIns="0" rIns="0" tIns="0" bIns="0">
            <a:spAutoFit/>
          </a:bodyPr>
          <a:lstStyle/>
          <a:p>
            <a:pPr algn="l" marL="182880" indent="-182880">
              <a:spcAft>
                <a:spcPts val="600"/>
              </a:spcAft>
              <a:buClr>
                <a:srgbClr val="333333"/>
              </a:buClr>
              <a:buChar char="•"/>
            </a:pPr>
            <a:r>
              <a:rPr sz="1250" b="0" i="0">
                <a:solidFill>
                  <a:srgbClr val="333333"/>
                </a:solidFill>
              </a:rPr>
              <a:t>We flag few pixels, and most are right; the supervised model flags many and misses few.</a:t>
            </a:r>
          </a:p>
          <a:p>
            <a:pPr algn="l" marL="182880" indent="-182880">
              <a:spcAft>
                <a:spcPts val="600"/>
              </a:spcAft>
              <a:buClr>
                <a:srgbClr val="333333"/>
              </a:buClr>
              <a:buChar char="•"/>
            </a:pPr>
            <a:r>
              <a:rPr sz="1250" b="0" i="0">
                <a:solidFill>
                  <a:srgbClr val="333333"/>
                </a:solidFill>
              </a:rPr>
              <a:t>Where BP is multi-peaked, our gap is about the size of BP's own re-solve scatter.</a:t>
            </a:r>
          </a:p>
        </p:txBody>
      </p:sp>
      <p:sp>
        <p:nvSpPr>
          <p:cNvPr id="5" name="TextBox 4"/>
          <p:cNvSpPr txBox="1"/>
          <p:nvPr/>
        </p:nvSpPr>
        <p:spPr>
          <a:xfrm>
            <a:off x="365760" y="3749039"/>
            <a:ext cx="8412480" cy="274320"/>
          </a:xfrm>
          <a:prstGeom prst="rect">
            <a:avLst/>
          </a:prstGeom>
          <a:noFill/>
        </p:spPr>
        <p:txBody>
          <a:bodyPr wrap="square" anchor="t" lIns="0" rIns="0" tIns="0" bIns="0">
            <a:spAutoFit/>
          </a:bodyPr>
          <a:lstStyle/>
          <a:p>
            <a:pPr algn="l">
              <a:spcAft>
                <a:spcPts val="600"/>
              </a:spcAft>
            </a:pPr>
            <a:r>
              <a:rPr sz="1000" b="0" i="1">
                <a:solidFill>
                  <a:srgbClr val="6B6B6B"/>
                </a:solidFill>
              </a:rPr>
              <a:t>Last point: earlier fixed-sample result; the fresh-pixel check is running.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7</a:t>
            </a:r>
            <a:br/>
            <a:r>
              <a:rPr sz="4100"/>
              <a:t>Failures: bright pixels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Flare cores, 1 pixel in 10,000, hold ~90% of the error</a:t>
            </a:r>
          </a:p>
        </p:txBody>
      </p:sp>
      <p:sp>
        <p:nvSpPr>
          <p:cNvPr id="3" name="TextBox 2"/>
          <p:cNvSpPr txBox="1"/>
          <p:nvPr/>
        </p:nvSpPr>
        <p:spPr>
          <a:xfrm>
            <a:off x="365760" y="914400"/>
            <a:ext cx="320040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Pixels at 32× the Bright cutoff or more: 0.01% of pixels, 88% of our BP DEM error, 90% of the supervised model's.</a:t>
            </a:r>
          </a:p>
          <a:p>
            <a:pPr algn="l" marL="182880" indent="-182880">
              <a:spcAft>
                <a:spcPts val="1000"/>
              </a:spcAft>
              <a:buClr>
                <a:srgbClr val="333333"/>
              </a:buClr>
              <a:buChar char="•"/>
            </a:pPr>
            <a:r>
              <a:rPr sz="1250" b="0" i="0">
                <a:solidFill>
                  <a:srgbClr val="333333"/>
                </a:solidFill>
              </a:rPr>
              <a:t>So the squared-error metric itself is set by flare cores, for both models.</a:t>
            </a:r>
          </a:p>
          <a:p>
            <a:pPr algn="l" marL="182880" indent="-182880">
              <a:spcAft>
                <a:spcPts val="1000"/>
              </a:spcAft>
              <a:buClr>
                <a:srgbClr val="333333"/>
              </a:buClr>
              <a:buChar char="•"/>
            </a:pPr>
            <a:r>
              <a:rPr sz="1250" b="0" i="0">
                <a:solidFill>
                  <a:srgbClr val="333333"/>
                </a:solidFill>
              </a:rPr>
              <a:t>Ordinary Bright pixels (1–10×): 10% of pixels, 5.5% of the error, for both.</a:t>
            </a:r>
          </a:p>
        </p:txBody>
      </p:sp>
      <p:pic>
        <p:nvPicPr>
          <p:cNvPr id="4" name="Picture 3" descr="fig1_error_share_by_brightness.png"/>
          <p:cNvPicPr>
            <a:picLocks noChangeAspect="1"/>
          </p:cNvPicPr>
          <p:nvPr/>
        </p:nvPicPr>
        <p:blipFill>
          <a:blip r:embed="rId2"/>
          <a:stretch>
            <a:fillRect/>
          </a:stretch>
        </p:blipFill>
        <p:spPr>
          <a:xfrm>
            <a:off x="3703320" y="1159727"/>
            <a:ext cx="5074920" cy="284690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Relative to DEM size, our gap grows with brightness</a:t>
            </a:r>
          </a:p>
        </p:txBody>
      </p:sp>
      <p:sp>
        <p:nvSpPr>
          <p:cNvPr id="3" name="TextBox 2"/>
          <p:cNvSpPr txBox="1"/>
          <p:nvPr/>
        </p:nvSpPr>
        <p:spPr>
          <a:xfrm>
            <a:off x="365760" y="868680"/>
            <a:ext cx="8412480" cy="82296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Our BP error / supervised error: 0.65 on the faintest pixels, 2.1 at 0.3–1×, 9 at 3–10×, 25 at 10–32×.</a:t>
            </a:r>
          </a:p>
          <a:p>
            <a:pPr algn="l" marL="182880" indent="-182880">
              <a:spcAft>
                <a:spcPts val="400"/>
              </a:spcAft>
              <a:buClr>
                <a:srgbClr val="333333"/>
              </a:buClr>
              <a:buChar char="•"/>
            </a:pPr>
            <a:r>
              <a:rPr sz="1200" b="0" i="0">
                <a:solidFill>
                  <a:srgbClr val="333333"/>
                </a:solidFill>
              </a:rPr>
              <a:t>Supervised gets relatively better as pixels brighten; we get worse above ~3×. ElasticNet: 1.3–2.5 below 10×, ~6 at 10–32×.</a:t>
            </a:r>
          </a:p>
        </p:txBody>
      </p:sp>
      <p:pic>
        <p:nvPicPr>
          <p:cNvPr id="4" name="Picture 3" descr="fig2_relative_error_by_brightness.png"/>
          <p:cNvPicPr>
            <a:picLocks noChangeAspect="1"/>
          </p:cNvPicPr>
          <p:nvPr/>
        </p:nvPicPr>
        <p:blipFill>
          <a:blip r:embed="rId2"/>
          <a:stretch>
            <a:fillRect/>
          </a:stretch>
        </p:blipFill>
        <p:spPr>
          <a:xfrm>
            <a:off x="1435395" y="1691640"/>
            <a:ext cx="6273209" cy="269748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flare cores, the model under-predicts and runs too cool</a:t>
            </a:r>
          </a:p>
        </p:txBody>
      </p:sp>
      <p:sp>
        <p:nvSpPr>
          <p:cNvPr id="3" name="TextBox 2"/>
          <p:cNvSpPr txBox="1"/>
          <p:nvPr/>
        </p:nvSpPr>
        <p:spPr>
          <a:xfrm>
            <a:off x="365760" y="914400"/>
            <a:ext cx="3291840" cy="3383280"/>
          </a:xfrm>
          <a:prstGeom prst="rect">
            <a:avLst/>
          </a:prstGeom>
          <a:noFill/>
        </p:spPr>
        <p:txBody>
          <a:bodyPr wrap="square" anchor="t" lIns="0" rIns="0" tIns="0" bIns="0">
            <a:spAutoFit/>
          </a:bodyPr>
          <a:lstStyle/>
          <a:p>
            <a:pPr algn="l" marL="182880" indent="-182880">
              <a:spcAft>
                <a:spcPts val="1000"/>
              </a:spcAft>
              <a:buClr>
                <a:srgbClr val="333333"/>
              </a:buClr>
              <a:buChar char="•"/>
            </a:pPr>
            <a:r>
              <a:rPr sz="1250" b="0" i="0">
                <a:solidFill>
                  <a:srgbClr val="333333"/>
                </a:solidFill>
              </a:rPr>
              <a:t>BP flare cores: 15% of the solver's emission, peak 12% as high, 0.6 dex too cool.</a:t>
            </a:r>
          </a:p>
          <a:p>
            <a:pPr algn="l" marL="182880" indent="-182880">
              <a:spcAft>
                <a:spcPts val="1000"/>
              </a:spcAft>
              <a:buClr>
                <a:srgbClr val="333333"/>
              </a:buClr>
              <a:buChar char="•"/>
            </a:pPr>
            <a:r>
              <a:rPr sz="1250" b="0" i="0">
                <a:solidFill>
                  <a:srgbClr val="333333"/>
                </a:solidFill>
              </a:rPr>
              <a:t>89% of our flare-core DEMs have extra peaks (solver 18%); those spurious peaks are 81% of our BP error.</a:t>
            </a:r>
          </a:p>
          <a:p>
            <a:pPr algn="l" marL="182880" indent="-182880">
              <a:spcAft>
                <a:spcPts val="1000"/>
              </a:spcAft>
              <a:buClr>
                <a:srgbClr val="333333"/>
              </a:buClr>
              <a:buChar char="•"/>
            </a:pPr>
            <a:r>
              <a:rPr sz="1250" b="0" i="0">
                <a:solidFill>
                  <a:srgbClr val="333333"/>
                </a:solidFill>
              </a:rPr>
              <a:t>It tracks the solver's peak height up to a peak of ~50, then falls away.</a:t>
            </a:r>
          </a:p>
        </p:txBody>
      </p:sp>
      <p:pic>
        <p:nvPicPr>
          <p:cNvPr id="4" name="Picture 3" descr="fig4_example_curves_bp.png"/>
          <p:cNvPicPr>
            <a:picLocks noChangeAspect="1"/>
          </p:cNvPicPr>
          <p:nvPr/>
        </p:nvPicPr>
        <p:blipFill>
          <a:blip r:embed="rId3"/>
          <a:stretch>
            <a:fillRect/>
          </a:stretch>
        </p:blipFill>
        <p:spPr>
          <a:xfrm>
            <a:off x="3749039" y="990600"/>
            <a:ext cx="5029200" cy="3185160"/>
          </a:xfrm>
          <a:prstGeom prst="rect">
            <a:avLst/>
          </a:prstGeom>
        </p:spPr>
      </p:pic>
      <p:sp>
        <p:nvSpPr>
          <p:cNvPr id="5" name="TextBox 4"/>
          <p:cNvSpPr txBox="1"/>
          <p:nvPr/>
        </p:nvSpPr>
        <p:spPr>
          <a:xfrm>
            <a:off x="3749039" y="4206240"/>
            <a:ext cx="5029200" cy="274320"/>
          </a:xfrm>
          <a:prstGeom prst="rect">
            <a:avLst/>
          </a:prstGeom>
          <a:noFill/>
        </p:spPr>
        <p:txBody>
          <a:bodyPr wrap="square" anchor="t" lIns="0" rIns="0" tIns="0" bIns="0">
            <a:spAutoFit/>
          </a:bodyPr>
          <a:lstStyle/>
          <a:p>
            <a:pPr algn="l">
              <a:spcAft>
                <a:spcPts val="0"/>
              </a:spcAft>
            </a:pPr>
            <a:r>
              <a:rPr sz="950" b="0" i="1">
                <a:solidFill>
                  <a:srgbClr val="6B6B6B"/>
                </a:solidFill>
              </a:rPr>
              <a:t>Random BP pixels, top rows flare cores. Black solver, blue ours, orange supervised.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At flare cores, the model fails its own objective</a:t>
            </a:r>
          </a:p>
        </p:txBody>
      </p:sp>
      <p:sp>
        <p:nvSpPr>
          <p:cNvPr id="3" name="TextBox 2"/>
          <p:cNvSpPr txBox="1"/>
          <p:nvPr/>
        </p:nvSpPr>
        <p:spPr>
          <a:xfrm>
            <a:off x="365760" y="868680"/>
            <a:ext cx="8412480" cy="914400"/>
          </a:xfrm>
          <a:prstGeom prst="rect">
            <a:avLst/>
          </a:prstGeom>
          <a:noFill/>
        </p:spPr>
        <p:txBody>
          <a:bodyPr wrap="square" anchor="t" lIns="0" rIns="0" tIns="0" bIns="0">
            <a:spAutoFit/>
          </a:bodyPr>
          <a:lstStyle/>
          <a:p>
            <a:pPr algn="l" marL="182880" indent="-182880">
              <a:spcAft>
                <a:spcPts val="400"/>
              </a:spcAft>
              <a:buClr>
                <a:srgbClr val="333333"/>
              </a:buClr>
              <a:buChar char="•"/>
            </a:pPr>
            <a:r>
              <a:rPr sz="1200" b="0" i="0">
                <a:solidFill>
                  <a:srgbClr val="333333"/>
                </a:solidFill>
              </a:rPr>
              <a:t>The solver's DEM reproduces 92% of the observed 94 Å; ours reproduces 7% (131 Å: 35%). The cool channels are fit to within a few percent.</a:t>
            </a:r>
          </a:p>
          <a:p>
            <a:pPr algn="l" marL="182880" indent="-182880">
              <a:spcAft>
                <a:spcPts val="400"/>
              </a:spcAft>
              <a:buClr>
                <a:srgbClr val="333333"/>
              </a:buClr>
              <a:buChar char="•"/>
            </a:pPr>
            <a:r>
              <a:rPr sz="1200" b="1" i="0">
                <a:solidFill>
                  <a:srgbClr val="57068C"/>
                </a:solidFill>
              </a:rPr>
              <a:t>So better DEMs exist inside our basis: a training problem, not a representation limit.</a:t>
            </a:r>
          </a:p>
        </p:txBody>
      </p:sp>
      <p:pic>
        <p:nvPicPr>
          <p:cNvPr id="4" name="Picture 3" descr="fig5_aia_fit_flare_cores.png"/>
          <p:cNvPicPr>
            <a:picLocks noChangeAspect="1"/>
          </p:cNvPicPr>
          <p:nvPr/>
        </p:nvPicPr>
        <p:blipFill>
          <a:blip r:embed="rId3"/>
          <a:stretch>
            <a:fillRect/>
          </a:stretch>
        </p:blipFill>
        <p:spPr>
          <a:xfrm>
            <a:off x="1334386" y="1737360"/>
            <a:ext cx="6475227" cy="265176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Not solver noise, not missed double peaks</a:t>
            </a:r>
          </a:p>
        </p:txBody>
      </p:sp>
      <p:sp>
        <p:nvSpPr>
          <p:cNvPr id="3" name="Rounded Rectangle 2"/>
          <p:cNvSpPr/>
          <p:nvPr/>
        </p:nvSpPr>
        <p:spPr>
          <a:xfrm>
            <a:off x="365760" y="100584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1556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0.3%</a:t>
            </a:r>
          </a:p>
        </p:txBody>
      </p:sp>
      <p:sp>
        <p:nvSpPr>
          <p:cNvPr id="5" name="TextBox 4"/>
          <p:cNvSpPr txBox="1"/>
          <p:nvPr/>
        </p:nvSpPr>
        <p:spPr>
          <a:xfrm>
            <a:off x="502920" y="171907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Bright error comes from the solver's own spread across its 5 targets (ENet 4.8%)</a:t>
            </a:r>
          </a:p>
        </p:txBody>
      </p:sp>
      <p:sp>
        <p:nvSpPr>
          <p:cNvPr id="6" name="Rounded Rectangle 5"/>
          <p:cNvSpPr/>
          <p:nvPr/>
        </p:nvSpPr>
        <p:spPr>
          <a:xfrm>
            <a:off x="365760" y="2514600"/>
            <a:ext cx="2651760" cy="1325880"/>
          </a:xfrm>
          <a:prstGeom prst="roundRect">
            <a:avLst>
              <a:gd name="adj" fmla="val 6000"/>
            </a:avLst>
          </a:prstGeom>
          <a:solidFill>
            <a:srgbClr val="F4F1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624328"/>
            <a:ext cx="2377440" cy="548640"/>
          </a:xfrm>
          <a:prstGeom prst="rect">
            <a:avLst/>
          </a:prstGeom>
          <a:noFill/>
        </p:spPr>
        <p:txBody>
          <a:bodyPr wrap="square" anchor="t" lIns="0" rIns="0" tIns="0" bIns="0">
            <a:spAutoFit/>
          </a:bodyPr>
          <a:lstStyle/>
          <a:p>
            <a:pPr algn="ctr">
              <a:spcAft>
                <a:spcPts val="600"/>
              </a:spcAft>
            </a:pPr>
            <a:r>
              <a:rPr sz="2600" b="1" i="0">
                <a:solidFill>
                  <a:srgbClr val="57068C"/>
                </a:solidFill>
              </a:rPr>
              <a:t>1.3%</a:t>
            </a:r>
          </a:p>
        </p:txBody>
      </p:sp>
      <p:sp>
        <p:nvSpPr>
          <p:cNvPr id="8" name="TextBox 7"/>
          <p:cNvSpPr txBox="1"/>
          <p:nvPr/>
        </p:nvSpPr>
        <p:spPr>
          <a:xfrm>
            <a:off x="502920" y="3227832"/>
            <a:ext cx="2377440" cy="548640"/>
          </a:xfrm>
          <a:prstGeom prst="rect">
            <a:avLst/>
          </a:prstGeom>
          <a:noFill/>
        </p:spPr>
        <p:txBody>
          <a:bodyPr wrap="square" anchor="t" lIns="0" rIns="0" tIns="0" bIns="0">
            <a:spAutoFit/>
          </a:bodyPr>
          <a:lstStyle/>
          <a:p>
            <a:pPr algn="ctr">
              <a:spcAft>
                <a:spcPts val="600"/>
              </a:spcAft>
            </a:pPr>
            <a:r>
              <a:rPr sz="1050" b="0" i="0">
                <a:solidFill>
                  <a:srgbClr val="333333"/>
                </a:solidFill>
              </a:rPr>
              <a:t>of our BP error comes from missing the solver's second peak</a:t>
            </a:r>
          </a:p>
        </p:txBody>
      </p:sp>
      <p:sp>
        <p:nvSpPr>
          <p:cNvPr id="9" name="TextBox 8"/>
          <p:cNvSpPr txBox="1"/>
          <p:nvPr/>
        </p:nvSpPr>
        <p:spPr>
          <a:xfrm>
            <a:off x="3337560" y="1005840"/>
            <a:ext cx="5440680" cy="3108960"/>
          </a:xfrm>
          <a:prstGeom prst="rect">
            <a:avLst/>
          </a:prstGeom>
          <a:noFill/>
        </p:spPr>
        <p:txBody>
          <a:bodyPr wrap="square" anchor="t" lIns="0" rIns="0" tIns="0" bIns="0">
            <a:spAutoFit/>
          </a:bodyPr>
          <a:lstStyle/>
          <a:p>
            <a:pPr algn="l" marL="182880" indent="-182880">
              <a:spcAft>
                <a:spcPts val="1200"/>
              </a:spcAft>
              <a:buClr>
                <a:srgbClr val="333333"/>
              </a:buClr>
              <a:buChar char="•"/>
            </a:pPr>
            <a:r>
              <a:rPr sz="1300" b="0" i="0">
                <a:solidFill>
                  <a:srgbClr val="333333"/>
                </a:solidFill>
              </a:rPr>
              <a:t>Solver noise: re-solving under photon noise barely moves the solver at bright pixels, so it is not the label.</a:t>
            </a:r>
          </a:p>
          <a:p>
            <a:pPr algn="l" marL="182880" indent="-182880">
              <a:spcAft>
                <a:spcPts val="1200"/>
              </a:spcAft>
              <a:buClr>
                <a:srgbClr val="333333"/>
              </a:buClr>
              <a:buChar char="•"/>
            </a:pPr>
            <a:r>
              <a:rPr sz="1300" b="0" i="0">
                <a:solidFill>
                  <a:srgbClr val="333333"/>
                </a:solidFill>
              </a:rPr>
              <a:t>Missed double peaks: small.</a:t>
            </a:r>
          </a:p>
          <a:p>
            <a:pPr algn="l" marL="182880" indent="-182880">
              <a:spcAft>
                <a:spcPts val="1200"/>
              </a:spcAft>
              <a:buClr>
                <a:srgbClr val="333333"/>
              </a:buClr>
              <a:buChar char="•"/>
            </a:pPr>
            <a:r>
              <a:rPr sz="1300" b="1" i="0">
                <a:solidFill>
                  <a:srgbClr val="57068C"/>
                </a:solidFill>
              </a:rPr>
              <a:t>What remains is the flare-core shortfall and the spurious peaks.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846450"/>
            <a:ext cx="8520600" cy="1671000"/>
          </a:xfrm>
        </p:spPr>
        <p:txBody>
          <a:bodyPr/>
          <a:lstStyle/>
          <a:p>
            <a:pPr algn="ctr"/>
            <a:r>
              <a:rPr sz="4100"/>
              <a:t>Part 8</a:t>
            </a:r>
            <a:br/>
            <a:r>
              <a:rPr sz="4100"/>
              <a:t>Lessons and next steps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What we learned</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200"/>
              </a:spcAft>
              <a:buClr>
                <a:srgbClr val="333333"/>
              </a:buClr>
              <a:buChar char="•"/>
            </a:pPr>
            <a:r>
              <a:rPr sz="1350" b="0" i="0">
                <a:solidFill>
                  <a:srgbClr val="333333"/>
                </a:solidFill>
              </a:rPr>
              <a:t>Training on the solver's objective reproduces its DEMs without labels.</a:t>
            </a:r>
          </a:p>
          <a:p>
            <a:pPr algn="l" marL="182880" indent="-182880">
              <a:spcAft>
                <a:spcPts val="1200"/>
              </a:spcAft>
              <a:buClr>
                <a:srgbClr val="333333"/>
              </a:buClr>
              <a:buChar char="•"/>
            </a:pPr>
            <a:r>
              <a:rPr sz="1350" b="0" i="0">
                <a:solidFill>
                  <a:srgbClr val="333333"/>
                </a:solidFill>
              </a:rPr>
              <a:t>The simplest model scales: a 176k-parameter centre-pixel MLP.</a:t>
            </a:r>
          </a:p>
          <a:p>
            <a:pPr algn="l" marL="182880" indent="-182880">
              <a:spcAft>
                <a:spcPts val="1200"/>
              </a:spcAft>
              <a:buClr>
                <a:srgbClr val="333333"/>
              </a:buClr>
              <a:buChar char="•"/>
            </a:pPr>
            <a:r>
              <a:rPr sz="1350" b="0" i="0">
                <a:solidFill>
                  <a:srgbClr val="333333"/>
                </a:solidFill>
              </a:rPr>
              <a:t>The error is extremely heavy-tailed: report medians and percentiles, not just means.</a:t>
            </a:r>
          </a:p>
          <a:p>
            <a:pPr algn="l" marL="182880" indent="-182880">
              <a:spcAft>
                <a:spcPts val="1200"/>
              </a:spcAft>
              <a:buClr>
                <a:srgbClr val="333333"/>
              </a:buClr>
              <a:buChar char="•"/>
            </a:pPr>
            <a:r>
              <a:rPr sz="1350" b="0" i="0">
                <a:solidFill>
                  <a:srgbClr val="333333"/>
                </a:solidFill>
              </a:rPr>
              <a:t>The remaining failure is the rare extreme, flare cores, and it is a training problem.</a:t>
            </a:r>
          </a:p>
          <a:p>
            <a:pPr algn="l" marL="182880" indent="-182880">
              <a:spcAft>
                <a:spcPts val="1200"/>
              </a:spcAft>
              <a:buClr>
                <a:srgbClr val="333333"/>
              </a:buClr>
              <a:buChar char="•"/>
            </a:pPr>
            <a:r>
              <a:rPr sz="1350" b="0" i="0">
                <a:solidFill>
                  <a:srgbClr val="333333"/>
                </a:solidFill>
              </a:rPr>
              <a:t>Tried, didn't help: the supervised model's sqrt + Fourier input (flare cores worse); fresh pixels every epoch scored worse than one fixed sample.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65176" y="219456"/>
            <a:ext cx="8503920" cy="566928"/>
          </a:xfrm>
          <a:prstGeom prst="rect">
            <a:avLst/>
          </a:prstGeom>
          <a:noFill/>
        </p:spPr>
        <p:txBody>
          <a:bodyPr wrap="square" anchor="t" lIns="0" rIns="0" tIns="0" bIns="0">
            <a:spAutoFit/>
          </a:bodyPr>
          <a:lstStyle/>
          <a:p>
            <a:pPr algn="l">
              <a:spcAft>
                <a:spcPts val="600"/>
              </a:spcAft>
            </a:pPr>
            <a:r>
              <a:rPr sz="2000" b="1" i="0">
                <a:solidFill>
                  <a:srgbClr val="57068C"/>
                </a:solidFill>
              </a:rPr>
              <a:t>Next</a:t>
            </a:r>
          </a:p>
        </p:txBody>
      </p:sp>
      <p:sp>
        <p:nvSpPr>
          <p:cNvPr id="3" name="TextBox 2"/>
          <p:cNvSpPr txBox="1"/>
          <p:nvPr/>
        </p:nvSpPr>
        <p:spPr>
          <a:xfrm>
            <a:off x="365760" y="1005840"/>
            <a:ext cx="8412480" cy="3383280"/>
          </a:xfrm>
          <a:prstGeom prst="rect">
            <a:avLst/>
          </a:prstGeom>
          <a:noFill/>
        </p:spPr>
        <p:txBody>
          <a:bodyPr wrap="square" anchor="t" lIns="0" rIns="0" tIns="0" bIns="0">
            <a:spAutoFit/>
          </a:bodyPr>
          <a:lstStyle/>
          <a:p>
            <a:pPr algn="l" marL="182880" indent="-182880">
              <a:spcAft>
                <a:spcPts val="1200"/>
              </a:spcAft>
              <a:buClr>
                <a:srgbClr val="333333"/>
              </a:buClr>
              <a:buChar char="•"/>
            </a:pPr>
            <a:r>
              <a:rPr sz="1350" b="0" i="0">
                <a:solidFill>
                  <a:srgbClr val="333333"/>
                </a:solidFill>
              </a:rPr>
              <a:t>Flare cores: oversample or up-weight the brightest pixels; handle the pathological pixels that dominate the loss.</a:t>
            </a:r>
          </a:p>
          <a:p>
            <a:pPr algn="l" marL="182880" indent="-182880">
              <a:spcAft>
                <a:spcPts val="1200"/>
              </a:spcAft>
              <a:buClr>
                <a:srgbClr val="333333"/>
              </a:buClr>
              <a:buChar char="•"/>
            </a:pPr>
            <a:r>
              <a:rPr sz="1350" b="0" i="0">
                <a:solidFill>
                  <a:srgbClr val="333333"/>
                </a:solidFill>
              </a:rPr>
              <a:t>Predict the 18 DEM bins directly instead of basis weights (deferred).</a:t>
            </a:r>
          </a:p>
          <a:p>
            <a:pPr algn="l" marL="182880" indent="-182880">
              <a:spcAft>
                <a:spcPts val="1200"/>
              </a:spcAft>
              <a:buClr>
                <a:srgbClr val="333333"/>
              </a:buClr>
              <a:buChar char="•"/>
            </a:pPr>
            <a:r>
              <a:rPr sz="1350" b="0" i="0">
                <a:solidFill>
                  <a:srgbClr val="333333"/>
                </a:solidFill>
              </a:rPr>
              <a:t>An uncertainty head: a distribution over DEMs, trained on the solver's noisy re-solves.</a:t>
            </a:r>
          </a:p>
          <a:p>
            <a:pPr algn="l" marL="182880" indent="-182880">
              <a:spcAft>
                <a:spcPts val="1200"/>
              </a:spcAft>
              <a:buClr>
                <a:srgbClr val="333333"/>
              </a:buClr>
              <a:buChar char="•"/>
            </a:pPr>
            <a:r>
              <a:rPr sz="1350" b="0" i="0">
                <a:solidFill>
                  <a:srgbClr val="333333"/>
                </a:solidFill>
              </a:rPr>
              <a:t>AIA + XRT, for the hot plasma AIA barely constrains.</a:t>
            </a:r>
          </a:p>
        </p:txBody>
      </p:sp>
    </p:spTree>
  </p:cSld>
  <p:clrMapOvr>
    <a:masterClrMapping/>
  </p:clrMapOvr>
</p:sld>
</file>

<file path=ppt/theme/theme1.xml><?xml version="1.0" encoding="utf-8"?>
<a:theme xmlns:a="http://schemas.openxmlformats.org/drawingml/2006/main" xmlns:r="http://schemas.openxmlformats.org/officeDocument/2006/relationships" name="NYU Elegant">
  <a:themeElements>
    <a:clrScheme name="Simple Light">
      <a:dk1>
        <a:srgbClr val="57068C"/>
      </a:dk1>
      <a:lt1>
        <a:srgbClr val="FFFFFF"/>
      </a:lt1>
      <a:dk2>
        <a:srgbClr val="333333"/>
      </a:dk2>
      <a:lt2>
        <a:srgbClr val="E3DFE9"/>
      </a:lt2>
      <a:accent1>
        <a:srgbClr val="9A6ABA"/>
      </a:accent1>
      <a:accent2>
        <a:srgbClr val="330662"/>
      </a:accent2>
      <a:accent3>
        <a:srgbClr val="007E8A"/>
      </a:accent3>
      <a:accent4>
        <a:srgbClr val="E97300"/>
      </a:accent4>
      <a:accent5>
        <a:srgbClr val="799A05"/>
      </a:accent5>
      <a:accent6>
        <a:srgbClr val="C50F3C"/>
      </a:accent6>
      <a:hlink>
        <a:srgbClr val="57068C"/>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