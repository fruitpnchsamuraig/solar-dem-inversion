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~30M pixels per epoch, 40 epochs.</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