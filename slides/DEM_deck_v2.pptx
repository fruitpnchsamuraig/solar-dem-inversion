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5" r:id="rId4"/>
  </p:sldMasterIdLst>
  <p:notesMasterIdLst>
    <p:notesMasterId r:id="rId5"/>
  </p:notesMasterIdLst>
  <p:sldIdLst>
    <p:sldId id="256" r:id="rId6"/>
    <p:sldId id="257" r:id="rId7"/>
    <p:sldId id="258" r:id="rId18"/>
    <p:sldId id="259" r:id="rId19"/>
    <p:sldId id="260" r:id="rId20"/>
    <p:sldId id="261" r:id="rId21"/>
  </p:sldIdLst>
  <p:sldSz cy="5143500" cx="9144000"/>
  <p:notesSz cx="6858000" cy="9144000"/>
  <p:embeddedFontLst>
    <p:embeddedFont>
      <p:font typeface="Montserrat SemiBold"/>
      <p:regular r:id="rId8"/>
      <p:bold r:id="rId9"/>
      <p:italic r:id="rId10"/>
      <p:boldItalic r:id="rId11"/>
    </p:embeddedFont>
    <p:embeddedFont>
      <p:font typeface="Montserrat"/>
      <p:regular r:id="rId12"/>
      <p:bold r:id="rId13"/>
      <p:italic r:id="rId14"/>
      <p:boldItalic r:id="rId15"/>
    </p:embeddedFont>
    <p:embeddedFont>
      <p:font typeface="Frank Ruhl Libre"/>
      <p:regular r:id="rId16"/>
      <p:bold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font" Target="fonts/MontserratSemiBold-regular.fntdata"/><Relationship Id="rId9" Type="http://schemas.openxmlformats.org/officeDocument/2006/relationships/font" Target="fonts/MontserratSemiBold-bold.fntdata"/><Relationship Id="rId10" Type="http://schemas.openxmlformats.org/officeDocument/2006/relationships/font" Target="fonts/MontserratSemiBold-italic.fntdata"/><Relationship Id="rId11" Type="http://schemas.openxmlformats.org/officeDocument/2006/relationships/font" Target="fonts/MontserratSemiBold-boldItalic.fntdata"/><Relationship Id="rId12" Type="http://schemas.openxmlformats.org/officeDocument/2006/relationships/font" Target="fonts/Montserrat-regular.fntdata"/><Relationship Id="rId13" Type="http://schemas.openxmlformats.org/officeDocument/2006/relationships/font" Target="fonts/Montserrat-bold.fntdata"/><Relationship Id="rId14" Type="http://schemas.openxmlformats.org/officeDocument/2006/relationships/font" Target="fonts/Montserrat-italic.fntdata"/><Relationship Id="rId15" Type="http://schemas.openxmlformats.org/officeDocument/2006/relationships/font" Target="fonts/Montserrat-boldItalic.fntdata"/><Relationship Id="rId16" Type="http://schemas.openxmlformats.org/officeDocument/2006/relationships/font" Target="fonts/FrankRuhlLibre-regular.fntdata"/><Relationship Id="rId17" Type="http://schemas.openxmlformats.org/officeDocument/2006/relationships/font" Target="fonts/FrankRuhlLibre-bold.fntdata"/><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audience knows the inverse problem. This slide only says what is different about our training signal. BP and ElasticNet solve one optimisation per pixel. A supervised network learns to reproduce the solver's DEMs, so it needs them as labels. Ours learns to minimise the solver's objective directly, so it never sees a solver DEM; we use those only to evaluate.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Only the MLP is learned. The basis B and the response R are the same ones the solver uses, so the network searches the same space of DEMs the solver does. Per pixel: six log-intensities in, four hidden layers of 232 with SiLU, 54 non-negative basis weights out; DEM = B times w over 18 bins, logT 5.5 to 7.2; predicted AIA = R times DEM. 176k parameters, one forward pass per pixel.</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BP track: the penalty is zero anywhere inside the noise band, o plus or minus 1.4 sigma, and quadratic outside, scaled by the band width. There is no fit term inside the band, so any DEM within noise is equally good, and the L1 term on the basis weights then picks the sparsest one: BP's own criterion. ElasticNet track: the solver's ElasticNet objective with its settings, alpha 0.001, l1 ratio 0.5, C equal to the six channels, using the same noise scaling. In both, y-hat is R times B times w, and w is non-negative.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Data: 1,223 Hofmeister-deconvolved timestamps, split by day into 917 train, 153 validation and 153 test. The networks never see a test day in training. DEM metrics compare each network with the solver's DEM: MSE, total-emission error and W1. AIA reconstruction compares all three with the observation: MAE and MSE.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Before any network, five losses optimised directly per pixel on 4 timestamps. Averages: AIA MAE against the observation, BP 5.2, barrier 5.0, barrier plus fit 2.6, fit-only 0.40 to 0.44. DEM MAE against BP: barrier 0.034, barrier plus fit 0.043, fit-only 0.18 to 0.20. W1 on the brightest 5% of pixels: 0.030 and 0.033 against 0.15 to 0.18. Six equations, eighteen unknowns: many DEMs fit within noise, so whatever breaks the tie decides the shape. L-BFGS and Adam reach the same curves; SGD often fails to converge.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2.png"/><Relationship Id="rId4"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type="title">
  <p:cSld name="TITLE">
    <p:bg>
      <p:bgPr>
        <a:solidFill>
          <a:srgbClr val="220337"/>
        </a:solidFill>
      </p:bgPr>
    </p:bg>
    <p:spTree>
      <p:nvGrpSpPr>
        <p:cNvPr id="8" name="Shape 8"/>
        <p:cNvGrpSpPr/>
        <p:nvPr/>
      </p:nvGrpSpPr>
      <p:grpSpPr>
        <a:xfrm>
          <a:off x="0" y="0"/>
          <a:ext cx="0" cy="0"/>
          <a:chOff x="0" y="0"/>
          <a:chExt cx="0" cy="0"/>
        </a:xfrm>
      </p:grpSpPr>
      <p:pic>
        <p:nvPicPr>
          <p:cNvPr id="9" name="Google Shape;9;p2"/>
          <p:cNvPicPr preferRelativeResize="0"/>
          <p:nvPr/>
        </p:nvPicPr>
        <p:blipFill rotWithShape="1">
          <a:blip r:embed="rId2">
            <a:alphaModFix/>
          </a:blip>
          <a:srcRect b="0" l="0" r="0" t="0"/>
          <a:stretch/>
        </p:blipFill>
        <p:spPr>
          <a:xfrm>
            <a:off x="0" y="0"/>
            <a:ext cx="9144003" cy="5143501"/>
          </a:xfrm>
          <a:prstGeom prst="rect">
            <a:avLst/>
          </a:prstGeom>
          <a:noFill/>
          <a:ln>
            <a:noFill/>
          </a:ln>
        </p:spPr>
      </p:pic>
      <p:pic>
        <p:nvPicPr>
          <p:cNvPr id="10" name="Google Shape;10;p2"/>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1" name="Google Shape;11;p2"/>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None/>
              <a:defRPr sz="7200">
                <a:solidFill>
                  <a:schemeClr val="accent2"/>
                </a:solidFill>
              </a:defRPr>
            </a:lvl1pPr>
            <a:lvl2pPr lvl="1">
              <a:spcBef>
                <a:spcPts val="0"/>
              </a:spcBef>
              <a:spcAft>
                <a:spcPts val="0"/>
              </a:spcAft>
              <a:buNone/>
              <a:defRPr>
                <a:solidFill>
                  <a:srgbClr val="FFFFFF"/>
                </a:solidFill>
              </a:defRPr>
            </a:lvl2pPr>
            <a:lvl3pPr lvl="2">
              <a:spcBef>
                <a:spcPts val="0"/>
              </a:spcBef>
              <a:spcAft>
                <a:spcPts val="0"/>
              </a:spcAft>
              <a:buNone/>
              <a:defRPr>
                <a:solidFill>
                  <a:srgbClr val="FFFFFF"/>
                </a:solidFill>
              </a:defRPr>
            </a:lvl3pPr>
            <a:lvl4pPr lvl="3">
              <a:spcBef>
                <a:spcPts val="0"/>
              </a:spcBef>
              <a:spcAft>
                <a:spcPts val="0"/>
              </a:spcAft>
              <a:buNone/>
              <a:defRPr>
                <a:solidFill>
                  <a:srgbClr val="FFFFFF"/>
                </a:solidFill>
              </a:defRPr>
            </a:lvl4pPr>
            <a:lvl5pPr lvl="4">
              <a:spcBef>
                <a:spcPts val="0"/>
              </a:spcBef>
              <a:spcAft>
                <a:spcPts val="0"/>
              </a:spcAft>
              <a:buNone/>
              <a:defRPr>
                <a:solidFill>
                  <a:srgbClr val="FFFFFF"/>
                </a:solidFill>
              </a:defRPr>
            </a:lvl5pPr>
            <a:lvl6pPr lvl="5">
              <a:spcBef>
                <a:spcPts val="0"/>
              </a:spcBef>
              <a:spcAft>
                <a:spcPts val="0"/>
              </a:spcAft>
              <a:buNone/>
              <a:defRPr>
                <a:solidFill>
                  <a:srgbClr val="FFFFFF"/>
                </a:solidFill>
              </a:defRPr>
            </a:lvl6pPr>
            <a:lvl7pPr lvl="6">
              <a:spcBef>
                <a:spcPts val="0"/>
              </a:spcBef>
              <a:spcAft>
                <a:spcPts val="0"/>
              </a:spcAft>
              <a:buNone/>
              <a:defRPr>
                <a:solidFill>
                  <a:srgbClr val="FFFFFF"/>
                </a:solidFill>
              </a:defRPr>
            </a:lvl7pPr>
            <a:lvl8pPr lvl="7">
              <a:spcBef>
                <a:spcPts val="0"/>
              </a:spcBef>
              <a:spcAft>
                <a:spcPts val="0"/>
              </a:spcAft>
              <a:buNone/>
              <a:defRPr>
                <a:solidFill>
                  <a:srgbClr val="FFFFFF"/>
                </a:solidFill>
              </a:defRPr>
            </a:lvl8pPr>
            <a:lvl9pPr lvl="8">
              <a:spcBef>
                <a:spcPts val="0"/>
              </a:spcBef>
              <a:spcAft>
                <a:spcPts val="0"/>
              </a:spcAft>
              <a:buNone/>
              <a:defRPr>
                <a:solidFill>
                  <a:srgbClr val="FFFFFF"/>
                </a:solidFill>
              </a:defRPr>
            </a:lvl9pPr>
          </a:lstStyle>
          <a:p/>
        </p:txBody>
      </p:sp>
      <p:sp>
        <p:nvSpPr>
          <p:cNvPr id="12" name="Google Shape;12;p2"/>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1pPr>
            <a:lvl2pPr indent="-292100" lvl="1" marL="914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9pPr>
          </a:lstStyle>
          <a:p/>
        </p:txBody>
      </p:sp>
      <p:sp>
        <p:nvSpPr>
          <p:cNvPr id="13" name="Google Shape;13;p2"/>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chemeClr val="accent2"/>
                </a:solidFill>
              </a:defRPr>
            </a:lvl1pPr>
            <a:lvl2pPr lvl="1" rtl="0">
              <a:spcBef>
                <a:spcPts val="1600"/>
              </a:spcBef>
              <a:spcAft>
                <a:spcPts val="0"/>
              </a:spcAft>
              <a:buNone/>
              <a:defRPr>
                <a:solidFill>
                  <a:schemeClr val="accent2"/>
                </a:solidFill>
              </a:defRPr>
            </a:lvl2pPr>
            <a:lvl3pPr lvl="2" rtl="0">
              <a:spcBef>
                <a:spcPts val="1600"/>
              </a:spcBef>
              <a:spcAft>
                <a:spcPts val="0"/>
              </a:spcAft>
              <a:buNone/>
              <a:defRPr>
                <a:solidFill>
                  <a:schemeClr val="accent2"/>
                </a:solidFill>
              </a:defRPr>
            </a:lvl3pPr>
            <a:lvl4pPr lvl="3" rtl="0">
              <a:spcBef>
                <a:spcPts val="1600"/>
              </a:spcBef>
              <a:spcAft>
                <a:spcPts val="0"/>
              </a:spcAft>
              <a:buNone/>
              <a:defRPr>
                <a:solidFill>
                  <a:schemeClr val="accent2"/>
                </a:solidFill>
              </a:defRPr>
            </a:lvl4pPr>
            <a:lvl5pPr lvl="4" rtl="0">
              <a:spcBef>
                <a:spcPts val="1600"/>
              </a:spcBef>
              <a:spcAft>
                <a:spcPts val="0"/>
              </a:spcAft>
              <a:buNone/>
              <a:defRPr>
                <a:solidFill>
                  <a:schemeClr val="accent2"/>
                </a:solidFill>
              </a:defRPr>
            </a:lvl5pPr>
            <a:lvl6pPr lvl="5" rtl="0">
              <a:spcBef>
                <a:spcPts val="1600"/>
              </a:spcBef>
              <a:spcAft>
                <a:spcPts val="0"/>
              </a:spcAft>
              <a:buNone/>
              <a:defRPr>
                <a:solidFill>
                  <a:schemeClr val="accent2"/>
                </a:solidFill>
              </a:defRPr>
            </a:lvl6pPr>
            <a:lvl7pPr lvl="6" rtl="0">
              <a:spcBef>
                <a:spcPts val="1600"/>
              </a:spcBef>
              <a:spcAft>
                <a:spcPts val="0"/>
              </a:spcAft>
              <a:buNone/>
              <a:defRPr>
                <a:solidFill>
                  <a:schemeClr val="accent2"/>
                </a:solidFill>
              </a:defRPr>
            </a:lvl7pPr>
            <a:lvl8pPr lvl="7" rtl="0">
              <a:spcBef>
                <a:spcPts val="1600"/>
              </a:spcBef>
              <a:spcAft>
                <a:spcPts val="0"/>
              </a:spcAft>
              <a:buNone/>
              <a:defRPr>
                <a:solidFill>
                  <a:schemeClr val="accent2"/>
                </a:solidFill>
              </a:defRPr>
            </a:lvl8pPr>
            <a:lvl9pPr lvl="8" rtl="0">
              <a:spcBef>
                <a:spcPts val="1600"/>
              </a:spcBef>
              <a:spcAft>
                <a:spcPts val="1600"/>
              </a:spcAft>
              <a:buNone/>
              <a:defRPr>
                <a:solidFill>
                  <a:schemeClr val="accent2"/>
                </a:solidFill>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p:cSld name="TITLE_1_1_1_1">
    <p:bg>
      <p:bgPr>
        <a:solidFill>
          <a:srgbClr val="220337"/>
        </a:solidFill>
      </p:bgPr>
    </p:bg>
    <p:spTree>
      <p:nvGrpSpPr>
        <p:cNvPr id="14" name="Shape 14"/>
        <p:cNvGrpSpPr/>
        <p:nvPr/>
      </p:nvGrpSpPr>
      <p:grpSpPr>
        <a:xfrm>
          <a:off x="0" y="0"/>
          <a:ext cx="0" cy="0"/>
          <a:chOff x="0" y="0"/>
          <a:chExt cx="0" cy="0"/>
        </a:xfrm>
      </p:grpSpPr>
      <p:pic>
        <p:nvPicPr>
          <p:cNvPr id="15" name="Google Shape;15;p3"/>
          <p:cNvPicPr preferRelativeResize="0"/>
          <p:nvPr/>
        </p:nvPicPr>
        <p:blipFill rotWithShape="1">
          <a:blip r:embed="rId2">
            <a:alphaModFix/>
          </a:blip>
          <a:srcRect b="367" l="308" r="328" t="357"/>
          <a:stretch/>
        </p:blipFill>
        <p:spPr>
          <a:xfrm>
            <a:off x="0" y="250"/>
            <a:ext cx="9143997" cy="5143501"/>
          </a:xfrm>
          <a:prstGeom prst="rect">
            <a:avLst/>
          </a:prstGeom>
          <a:noFill/>
          <a:ln>
            <a:noFill/>
          </a:ln>
        </p:spPr>
      </p:pic>
      <p:pic>
        <p:nvPicPr>
          <p:cNvPr descr="New York University logo" id="16" name="Google Shape;16;p3"/>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7" name="Google Shape;17;p3"/>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rtl="0" algn="ctr">
              <a:lnSpc>
                <a:spcPct val="80000"/>
              </a:lnSpc>
              <a:spcBef>
                <a:spcPts val="0"/>
              </a:spcBef>
              <a:spcAft>
                <a:spcPts val="0"/>
              </a:spcAft>
              <a:buNone/>
              <a:defRPr sz="72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18" name="Google Shape;18;p3"/>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1pPr>
            <a:lvl2pPr indent="-292100" lvl="1" marL="914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9pPr>
          </a:lstStyle>
          <a:p/>
        </p:txBody>
      </p:sp>
      <p:sp>
        <p:nvSpPr>
          <p:cNvPr id="19" name="Google Shape;19;p3"/>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rgbClr val="FFFFFF"/>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lt2"/>
        </a:solidFill>
      </p:bgPr>
    </p:bg>
    <p:spTree>
      <p:nvGrpSpPr>
        <p:cNvPr id="20" name="Shape 20"/>
        <p:cNvGrpSpPr/>
        <p:nvPr/>
      </p:nvGrpSpPr>
      <p:grpSpPr>
        <a:xfrm>
          <a:off x="0" y="0"/>
          <a:ext cx="0" cy="0"/>
          <a:chOff x="0" y="0"/>
          <a:chExt cx="0" cy="0"/>
        </a:xfrm>
      </p:grpSpPr>
      <p:pic>
        <p:nvPicPr>
          <p:cNvPr id="21" name="Google Shape;21;p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22" name="Google Shape;22;p4"/>
          <p:cNvSpPr txBox="1"/>
          <p:nvPr>
            <p:ph type="title"/>
          </p:nvPr>
        </p:nvSpPr>
        <p:spPr>
          <a:xfrm>
            <a:off x="1506000" y="1385509"/>
            <a:ext cx="6131700" cy="1638600"/>
          </a:xfrm>
          <a:prstGeom prst="rect">
            <a:avLst/>
          </a:prstGeom>
        </p:spPr>
        <p:txBody>
          <a:bodyPr anchorCtr="0" anchor="b" bIns="91425" lIns="91425" spcFirstLastPara="1" rIns="91425" wrap="square" tIns="91425">
            <a:noAutofit/>
          </a:bodyPr>
          <a:lstStyle>
            <a:lvl1pPr lvl="0" algn="ctr">
              <a:lnSpc>
                <a:spcPct val="80000"/>
              </a:lnSpc>
              <a:spcBef>
                <a:spcPts val="0"/>
              </a:spcBef>
              <a:spcAft>
                <a:spcPts val="0"/>
              </a:spcAft>
              <a:buNone/>
              <a:defRPr sz="6000"/>
            </a:lvl1pPr>
            <a:lvl2pPr lvl="1">
              <a:spcBef>
                <a:spcPts val="0"/>
              </a:spcBef>
              <a:spcAft>
                <a:spcPts val="0"/>
              </a:spcAft>
              <a:buNone/>
              <a:defRPr>
                <a:latin typeface="Montserrat"/>
                <a:ea typeface="Montserrat"/>
                <a:cs typeface="Montserrat"/>
                <a:sym typeface="Montserrat"/>
              </a:defRPr>
            </a:lvl2pPr>
            <a:lvl3pPr lvl="2">
              <a:spcBef>
                <a:spcPts val="0"/>
              </a:spcBef>
              <a:spcAft>
                <a:spcPts val="0"/>
              </a:spcAft>
              <a:buNone/>
              <a:defRPr>
                <a:latin typeface="Montserrat"/>
                <a:ea typeface="Montserrat"/>
                <a:cs typeface="Montserrat"/>
                <a:sym typeface="Montserrat"/>
              </a:defRPr>
            </a:lvl3pPr>
            <a:lvl4pPr lvl="3">
              <a:spcBef>
                <a:spcPts val="0"/>
              </a:spcBef>
              <a:spcAft>
                <a:spcPts val="0"/>
              </a:spcAft>
              <a:buNone/>
              <a:defRPr>
                <a:latin typeface="Montserrat"/>
                <a:ea typeface="Montserrat"/>
                <a:cs typeface="Montserrat"/>
                <a:sym typeface="Montserrat"/>
              </a:defRPr>
            </a:lvl4pPr>
            <a:lvl5pPr lvl="4">
              <a:spcBef>
                <a:spcPts val="0"/>
              </a:spcBef>
              <a:spcAft>
                <a:spcPts val="0"/>
              </a:spcAft>
              <a:buNone/>
              <a:defRPr>
                <a:latin typeface="Montserrat"/>
                <a:ea typeface="Montserrat"/>
                <a:cs typeface="Montserrat"/>
                <a:sym typeface="Montserrat"/>
              </a:defRPr>
            </a:lvl5pPr>
            <a:lvl6pPr lvl="5">
              <a:spcBef>
                <a:spcPts val="0"/>
              </a:spcBef>
              <a:spcAft>
                <a:spcPts val="0"/>
              </a:spcAft>
              <a:buNone/>
              <a:defRPr>
                <a:latin typeface="Montserrat"/>
                <a:ea typeface="Montserrat"/>
                <a:cs typeface="Montserrat"/>
                <a:sym typeface="Montserrat"/>
              </a:defRPr>
            </a:lvl6pPr>
            <a:lvl7pPr lvl="6">
              <a:spcBef>
                <a:spcPts val="0"/>
              </a:spcBef>
              <a:spcAft>
                <a:spcPts val="0"/>
              </a:spcAft>
              <a:buNone/>
              <a:defRPr>
                <a:latin typeface="Montserrat"/>
                <a:ea typeface="Montserrat"/>
                <a:cs typeface="Montserrat"/>
                <a:sym typeface="Montserrat"/>
              </a:defRPr>
            </a:lvl7pPr>
            <a:lvl8pPr lvl="7">
              <a:spcBef>
                <a:spcPts val="0"/>
              </a:spcBef>
              <a:spcAft>
                <a:spcPts val="0"/>
              </a:spcAft>
              <a:buNone/>
              <a:defRPr>
                <a:latin typeface="Montserrat"/>
                <a:ea typeface="Montserrat"/>
                <a:cs typeface="Montserrat"/>
                <a:sym typeface="Montserrat"/>
              </a:defRPr>
            </a:lvl8pPr>
            <a:lvl9pPr lvl="8">
              <a:spcBef>
                <a:spcPts val="0"/>
              </a:spcBef>
              <a:spcAft>
                <a:spcPts val="0"/>
              </a:spcAft>
              <a:buNone/>
              <a:defRPr>
                <a:latin typeface="Montserrat"/>
                <a:ea typeface="Montserrat"/>
                <a:cs typeface="Montserrat"/>
                <a:sym typeface="Montserrat"/>
              </a:defRPr>
            </a:lvl9pPr>
          </a:lstStyle>
          <a:p/>
        </p:txBody>
      </p:sp>
      <p:sp>
        <p:nvSpPr>
          <p:cNvPr id="23" name="Google Shape;23;p4"/>
          <p:cNvSpPr txBox="1"/>
          <p:nvPr>
            <p:ph idx="1" type="subTitle"/>
          </p:nvPr>
        </p:nvSpPr>
        <p:spPr>
          <a:xfrm>
            <a:off x="2462575" y="2959018"/>
            <a:ext cx="4218600" cy="7341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 name="Shape 24"/>
        <p:cNvGrpSpPr/>
        <p:nvPr/>
      </p:nvGrpSpPr>
      <p:grpSpPr>
        <a:xfrm>
          <a:off x="0" y="0"/>
          <a:ext cx="0" cy="0"/>
          <a:chOff x="0" y="0"/>
          <a:chExt cx="0" cy="0"/>
        </a:xfrm>
      </p:grpSpPr>
      <p:sp>
        <p:nvSpPr>
          <p:cNvPr id="25" name="Google Shape;25;p5"/>
          <p:cNvSpPr txBox="1"/>
          <p:nvPr/>
        </p:nvSpPr>
        <p:spPr>
          <a:xfrm>
            <a:off x="4583948"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descr=" " id="26" name="Google Shape;26;p5"/>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27" name="Google Shape;27;p5"/>
          <p:cNvSpPr txBox="1"/>
          <p:nvPr>
            <p:ph type="title"/>
          </p:nvPr>
        </p:nvSpPr>
        <p:spPr>
          <a:xfrm>
            <a:off x="311700" y="587975"/>
            <a:ext cx="6551100" cy="6579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800"/>
              <a:buNone/>
              <a:defRPr sz="48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8" name="Google Shape;28;p5"/>
          <p:cNvSpPr txBox="1"/>
          <p:nvPr>
            <p:ph idx="1" type="body"/>
          </p:nvPr>
        </p:nvSpPr>
        <p:spPr>
          <a:xfrm>
            <a:off x="311700" y="1448400"/>
            <a:ext cx="6551100" cy="2246700"/>
          </a:xfrm>
          <a:prstGeom prst="rect">
            <a:avLst/>
          </a:prstGeom>
        </p:spPr>
        <p:txBody>
          <a:bodyPr anchorCtr="0" anchor="t" bIns="91425" lIns="91425" spcFirstLastPara="1" rIns="91425" wrap="square" tIns="91425">
            <a:noAutofit/>
          </a:bodyPr>
          <a:lstStyle>
            <a:lvl1pPr indent="-342900" lvl="0" marL="457200">
              <a:lnSpc>
                <a:spcPct val="125000"/>
              </a:lnSpc>
              <a:spcBef>
                <a:spcPts val="0"/>
              </a:spcBef>
              <a:spcAft>
                <a:spcPts val="0"/>
              </a:spcAft>
              <a:buSzPts val="1800"/>
              <a:buChar char="●"/>
              <a:defRPr/>
            </a:lvl1pPr>
            <a:lvl2pPr indent="-317500" lvl="1" marL="914400">
              <a:spcBef>
                <a:spcPts val="1000"/>
              </a:spcBef>
              <a:spcAft>
                <a:spcPts val="0"/>
              </a:spcAft>
              <a:buSzPts val="1400"/>
              <a:buChar char="○"/>
              <a:defRPr/>
            </a:lvl2pPr>
            <a:lvl3pPr indent="-317500" lvl="2" marL="1371600">
              <a:spcBef>
                <a:spcPts val="1000"/>
              </a:spcBef>
              <a:spcAft>
                <a:spcPts val="0"/>
              </a:spcAft>
              <a:buSzPts val="1400"/>
              <a:buChar char="■"/>
              <a:defRPr/>
            </a:lvl3pPr>
            <a:lvl4pPr indent="-317500" lvl="3" marL="1828800">
              <a:spcBef>
                <a:spcPts val="1000"/>
              </a:spcBef>
              <a:spcAft>
                <a:spcPts val="0"/>
              </a:spcAft>
              <a:buSzPts val="1400"/>
              <a:buChar char="●"/>
              <a:defRPr/>
            </a:lvl4pPr>
            <a:lvl5pPr indent="-317500" lvl="4" marL="2286000">
              <a:spcBef>
                <a:spcPts val="1000"/>
              </a:spcBef>
              <a:spcAft>
                <a:spcPts val="0"/>
              </a:spcAft>
              <a:buSzPts val="1400"/>
              <a:buChar char="○"/>
              <a:defRPr/>
            </a:lvl5pPr>
            <a:lvl6pPr indent="-317500" lvl="5" marL="2743200">
              <a:spcBef>
                <a:spcPts val="1000"/>
              </a:spcBef>
              <a:spcAft>
                <a:spcPts val="0"/>
              </a:spcAft>
              <a:buSzPts val="1400"/>
              <a:buChar char="■"/>
              <a:defRPr/>
            </a:lvl6pPr>
            <a:lvl7pPr indent="-317500" lvl="6" marL="3200400">
              <a:spcBef>
                <a:spcPts val="1000"/>
              </a:spcBef>
              <a:spcAft>
                <a:spcPts val="0"/>
              </a:spcAft>
              <a:buSzPts val="1400"/>
              <a:buChar char="●"/>
              <a:defRPr/>
            </a:lvl7pPr>
            <a:lvl8pPr indent="-317500" lvl="7" marL="3657600">
              <a:spcBef>
                <a:spcPts val="1000"/>
              </a:spcBef>
              <a:spcAft>
                <a:spcPts val="0"/>
              </a:spcAft>
              <a:buSzPts val="1400"/>
              <a:buChar char="○"/>
              <a:defRPr/>
            </a:lvl8pPr>
            <a:lvl9pPr indent="-317500" lvl="8" marL="4114800">
              <a:spcBef>
                <a:spcPts val="1000"/>
              </a:spcBef>
              <a:spcAft>
                <a:spcPts val="1000"/>
              </a:spcAft>
              <a:buSzPts val="1400"/>
              <a:buChar char="■"/>
              <a:defRPr/>
            </a:lvl9pPr>
          </a:lstStyle>
          <a:p/>
        </p:txBody>
      </p:sp>
      <p:pic>
        <p:nvPicPr>
          <p:cNvPr id="29" name="Google Shape;29;p5"/>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0" name="Shape 30"/>
        <p:cNvGrpSpPr/>
        <p:nvPr/>
      </p:nvGrpSpPr>
      <p:grpSpPr>
        <a:xfrm>
          <a:off x="0" y="0"/>
          <a:ext cx="0" cy="0"/>
          <a:chOff x="0" y="0"/>
          <a:chExt cx="0" cy="0"/>
        </a:xfrm>
      </p:grpSpPr>
      <p:sp>
        <p:nvSpPr>
          <p:cNvPr id="31" name="Google Shape;31;p6"/>
          <p:cNvSpPr txBox="1"/>
          <p:nvPr>
            <p:ph type="title"/>
          </p:nvPr>
        </p:nvSpPr>
        <p:spPr>
          <a:xfrm>
            <a:off x="311700" y="587970"/>
            <a:ext cx="4945500" cy="1137300"/>
          </a:xfrm>
          <a:prstGeom prst="rect">
            <a:avLst/>
          </a:prstGeom>
        </p:spPr>
        <p:txBody>
          <a:bodyPr anchorCtr="0" anchor="t" bIns="91425" lIns="91425" spcFirstLastPara="1" rIns="91425" wrap="square" tIns="91425">
            <a:noAutofit/>
          </a:bodyPr>
          <a:lstStyle>
            <a:lvl1pPr lvl="0">
              <a:lnSpc>
                <a:spcPct val="80000"/>
              </a:lnSpc>
              <a:spcBef>
                <a:spcPts val="0"/>
              </a:spcBef>
              <a:spcAft>
                <a:spcPts val="0"/>
              </a:spcAft>
              <a:buClr>
                <a:srgbClr val="57068C"/>
              </a:buClr>
              <a:buSzPts val="4800"/>
              <a:buNone/>
              <a:defRPr sz="4800">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6"/>
          <p:cNvSpPr txBox="1"/>
          <p:nvPr>
            <p:ph idx="1" type="body"/>
          </p:nvPr>
        </p:nvSpPr>
        <p:spPr>
          <a:xfrm>
            <a:off x="311700"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sp>
        <p:nvSpPr>
          <p:cNvPr id="33" name="Google Shape;33;p6"/>
          <p:cNvSpPr txBox="1"/>
          <p:nvPr>
            <p:ph idx="2" type="body"/>
          </p:nvPr>
        </p:nvSpPr>
        <p:spPr>
          <a:xfrm>
            <a:off x="4619925"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pic>
        <p:nvPicPr>
          <p:cNvPr descr=" " id="34" name="Google Shape;34;p6"/>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35" name="Google Shape;35;p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36" name="Google Shape;36;p6"/>
          <p:cNvSpPr txBox="1"/>
          <p:nvPr>
            <p:ph idx="3" type="subTitle"/>
          </p:nvPr>
        </p:nvSpPr>
        <p:spPr>
          <a:xfrm>
            <a:off x="311700" y="2054620"/>
            <a:ext cx="3999900" cy="411600"/>
          </a:xfrm>
          <a:prstGeom prst="rect">
            <a:avLst/>
          </a:prstGeom>
        </p:spPr>
        <p:txBody>
          <a:bodyPr anchorCtr="0" anchor="t" bIns="91425" lIns="91425" spcFirstLastPara="1" rIns="91425" wrap="square" tIns="91425">
            <a:noAutofit/>
          </a:bodyPr>
          <a:lstStyle>
            <a:lvl1pPr lvl="0">
              <a:spcBef>
                <a:spcPts val="0"/>
              </a:spcBef>
              <a:spcAft>
                <a:spcPts val="0"/>
              </a:spcAft>
              <a:buNone/>
              <a:defRPr b="1" sz="1400">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
        <p:nvSpPr>
          <p:cNvPr id="37" name="Google Shape;37;p6"/>
          <p:cNvSpPr txBox="1"/>
          <p:nvPr>
            <p:ph idx="4" type="subTitle"/>
          </p:nvPr>
        </p:nvSpPr>
        <p:spPr>
          <a:xfrm>
            <a:off x="4619925" y="2054620"/>
            <a:ext cx="3999900" cy="411600"/>
          </a:xfrm>
          <a:prstGeom prst="rect">
            <a:avLst/>
          </a:prstGeom>
        </p:spPr>
        <p:txBody>
          <a:bodyPr anchorCtr="0" anchor="t" bIns="91425" lIns="91425" spcFirstLastPara="1" rIns="91425" wrap="square" tIns="91425">
            <a:noAutofit/>
          </a:bodyPr>
          <a:lstStyle>
            <a:lvl1pPr lvl="0" rtl="0">
              <a:spcBef>
                <a:spcPts val="0"/>
              </a:spcBef>
              <a:spcAft>
                <a:spcPts val="0"/>
              </a:spcAft>
              <a:buNone/>
              <a:defRPr b="1" sz="1400">
                <a:solidFill>
                  <a:schemeClr val="dk1"/>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pic>
        <p:nvPicPr>
          <p:cNvPr id="38" name="Google Shape;38;p6"/>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9" name="Shape 39"/>
        <p:cNvGrpSpPr/>
        <p:nvPr/>
      </p:nvGrpSpPr>
      <p:grpSpPr>
        <a:xfrm>
          <a:off x="0" y="0"/>
          <a:ext cx="0" cy="0"/>
          <a:chOff x="0" y="0"/>
          <a:chExt cx="0" cy="0"/>
        </a:xfrm>
      </p:grpSpPr>
      <p:sp>
        <p:nvSpPr>
          <p:cNvPr id="40" name="Google Shape;40;p7"/>
          <p:cNvSpPr txBox="1"/>
          <p:nvPr>
            <p:ph type="title"/>
          </p:nvPr>
        </p:nvSpPr>
        <p:spPr>
          <a:xfrm>
            <a:off x="311700" y="530680"/>
            <a:ext cx="8424900" cy="572700"/>
          </a:xfrm>
          <a:prstGeom prst="rect">
            <a:avLst/>
          </a:prstGeom>
        </p:spPr>
        <p:txBody>
          <a:bodyPr anchorCtr="0" anchor="t" bIns="91425" lIns="91425" spcFirstLastPara="1" rIns="91425" wrap="square" tIns="91425">
            <a:noAutofit/>
          </a:bodyPr>
          <a:lstStyle>
            <a:lvl1pPr lvl="0">
              <a:spcBef>
                <a:spcPts val="0"/>
              </a:spcBef>
              <a:spcAft>
                <a:spcPts val="0"/>
              </a:spcAft>
              <a:buClr>
                <a:srgbClr val="57068C"/>
              </a:buClr>
              <a:buSzPts val="3600"/>
              <a:buNone/>
              <a:defRPr>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pic>
        <p:nvPicPr>
          <p:cNvPr descr=" " id="41" name="Google Shape;41;p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2" name="Google Shape;42;p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3" name="Google Shape;43;p7"/>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4" name="Shape 44"/>
        <p:cNvGrpSpPr/>
        <p:nvPr/>
      </p:nvGrpSpPr>
      <p:grpSpPr>
        <a:xfrm>
          <a:off x="0" y="0"/>
          <a:ext cx="0" cy="0"/>
          <a:chOff x="0" y="0"/>
          <a:chExt cx="0" cy="0"/>
        </a:xfrm>
      </p:grpSpPr>
      <p:sp>
        <p:nvSpPr>
          <p:cNvPr id="45" name="Google Shape;45;p8"/>
          <p:cNvSpPr txBox="1"/>
          <p:nvPr>
            <p:ph type="title"/>
          </p:nvPr>
        </p:nvSpPr>
        <p:spPr>
          <a:xfrm>
            <a:off x="311700" y="708000"/>
            <a:ext cx="3132300" cy="755700"/>
          </a:xfrm>
          <a:prstGeom prst="rect">
            <a:avLst/>
          </a:prstGeom>
        </p:spPr>
        <p:txBody>
          <a:bodyPr anchorCtr="0" anchor="b" bIns="91425" lIns="91425" spcFirstLastPara="1" rIns="91425" wrap="square" tIns="91425">
            <a:noAutofit/>
          </a:bodyPr>
          <a:lstStyle>
            <a:lvl1pPr lvl="0">
              <a:spcBef>
                <a:spcPts val="0"/>
              </a:spcBef>
              <a:spcAft>
                <a:spcPts val="0"/>
              </a:spcAft>
              <a:buClr>
                <a:srgbClr val="57068C"/>
              </a:buClr>
              <a:buSzPts val="2400"/>
              <a:buNone/>
              <a:defRPr sz="2400">
                <a:solidFill>
                  <a:srgbClr val="57068C"/>
                </a:solidFill>
              </a:defRPr>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6" name="Google Shape;46;p8"/>
          <p:cNvSpPr txBox="1"/>
          <p:nvPr>
            <p:ph idx="1" type="body"/>
          </p:nvPr>
        </p:nvSpPr>
        <p:spPr>
          <a:xfrm>
            <a:off x="311700" y="1542000"/>
            <a:ext cx="3054600" cy="28860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000"/>
              </a:spcBef>
              <a:spcAft>
                <a:spcPts val="0"/>
              </a:spcAft>
              <a:buSzPts val="1200"/>
              <a:buChar char="○"/>
              <a:defRPr sz="1200"/>
            </a:lvl2pPr>
            <a:lvl3pPr indent="-304800" lvl="2" marL="1371600">
              <a:spcBef>
                <a:spcPts val="1000"/>
              </a:spcBef>
              <a:spcAft>
                <a:spcPts val="0"/>
              </a:spcAft>
              <a:buSzPts val="1200"/>
              <a:buChar char="■"/>
              <a:defRPr sz="1200"/>
            </a:lvl3pPr>
            <a:lvl4pPr indent="-304800" lvl="3" marL="1828800">
              <a:spcBef>
                <a:spcPts val="1000"/>
              </a:spcBef>
              <a:spcAft>
                <a:spcPts val="0"/>
              </a:spcAft>
              <a:buSzPts val="1200"/>
              <a:buChar char="●"/>
              <a:defRPr sz="1200"/>
            </a:lvl4pPr>
            <a:lvl5pPr indent="-304800" lvl="4" marL="2286000">
              <a:spcBef>
                <a:spcPts val="1000"/>
              </a:spcBef>
              <a:spcAft>
                <a:spcPts val="0"/>
              </a:spcAft>
              <a:buSzPts val="1200"/>
              <a:buChar char="○"/>
              <a:defRPr sz="1200"/>
            </a:lvl5pPr>
            <a:lvl6pPr indent="-304800" lvl="5" marL="2743200">
              <a:spcBef>
                <a:spcPts val="1000"/>
              </a:spcBef>
              <a:spcAft>
                <a:spcPts val="0"/>
              </a:spcAft>
              <a:buSzPts val="1200"/>
              <a:buChar char="■"/>
              <a:defRPr sz="1200"/>
            </a:lvl6pPr>
            <a:lvl7pPr indent="-304800" lvl="6" marL="3200400">
              <a:spcBef>
                <a:spcPts val="1000"/>
              </a:spcBef>
              <a:spcAft>
                <a:spcPts val="0"/>
              </a:spcAft>
              <a:buSzPts val="1200"/>
              <a:buChar char="●"/>
              <a:defRPr sz="1200"/>
            </a:lvl7pPr>
            <a:lvl8pPr indent="-304800" lvl="7" marL="3657600">
              <a:spcBef>
                <a:spcPts val="1000"/>
              </a:spcBef>
              <a:spcAft>
                <a:spcPts val="0"/>
              </a:spcAft>
              <a:buSzPts val="1200"/>
              <a:buChar char="○"/>
              <a:defRPr sz="1200"/>
            </a:lvl8pPr>
            <a:lvl9pPr indent="-304800" lvl="8" marL="4114800">
              <a:spcBef>
                <a:spcPts val="1000"/>
              </a:spcBef>
              <a:spcAft>
                <a:spcPts val="1000"/>
              </a:spcAft>
              <a:buSzPts val="1200"/>
              <a:buChar char="■"/>
              <a:defRPr sz="1200"/>
            </a:lvl9pPr>
          </a:lstStyle>
          <a:p/>
        </p:txBody>
      </p:sp>
      <p:pic>
        <p:nvPicPr>
          <p:cNvPr descr=" " id="47" name="Google Shape;47;p8"/>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8" name="Google Shape;48;p8"/>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9" name="Google Shape;49;p8"/>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50" name="Shape 50"/>
        <p:cNvGrpSpPr/>
        <p:nvPr/>
      </p:nvGrpSpPr>
      <p:grpSpPr>
        <a:xfrm>
          <a:off x="0" y="0"/>
          <a:ext cx="0" cy="0"/>
          <a:chOff x="0" y="0"/>
          <a:chExt cx="0" cy="0"/>
        </a:xfrm>
      </p:grpSpPr>
      <p:sp>
        <p:nvSpPr>
          <p:cNvPr id="51" name="Google Shape;51;p9"/>
          <p:cNvSpPr txBox="1"/>
          <p:nvPr>
            <p:ph type="title"/>
          </p:nvPr>
        </p:nvSpPr>
        <p:spPr>
          <a:xfrm>
            <a:off x="1772975" y="528144"/>
            <a:ext cx="5597700" cy="24753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Clr>
                <a:srgbClr val="57068C"/>
              </a:buClr>
              <a:buSzPts val="5600"/>
              <a:buNone/>
              <a:defRPr sz="5600">
                <a:solidFill>
                  <a:srgbClr val="57068C"/>
                </a:solidFill>
              </a:defRPr>
            </a:lvl1pPr>
            <a:lvl2pPr lvl="1">
              <a:lnSpc>
                <a:spcPct val="80000"/>
              </a:lnSpc>
              <a:spcBef>
                <a:spcPts val="0"/>
              </a:spcBef>
              <a:spcAft>
                <a:spcPts val="0"/>
              </a:spcAft>
              <a:buSzPts val="4800"/>
              <a:buNone/>
              <a:defRPr sz="4800"/>
            </a:lvl2pPr>
            <a:lvl3pPr lvl="2">
              <a:lnSpc>
                <a:spcPct val="80000"/>
              </a:lnSpc>
              <a:spcBef>
                <a:spcPts val="0"/>
              </a:spcBef>
              <a:spcAft>
                <a:spcPts val="0"/>
              </a:spcAft>
              <a:buSzPts val="4800"/>
              <a:buNone/>
              <a:defRPr sz="4800"/>
            </a:lvl3pPr>
            <a:lvl4pPr lvl="3">
              <a:lnSpc>
                <a:spcPct val="80000"/>
              </a:lnSpc>
              <a:spcBef>
                <a:spcPts val="0"/>
              </a:spcBef>
              <a:spcAft>
                <a:spcPts val="0"/>
              </a:spcAft>
              <a:buSzPts val="4800"/>
              <a:buNone/>
              <a:defRPr sz="4800"/>
            </a:lvl4pPr>
            <a:lvl5pPr lvl="4">
              <a:lnSpc>
                <a:spcPct val="80000"/>
              </a:lnSpc>
              <a:spcBef>
                <a:spcPts val="0"/>
              </a:spcBef>
              <a:spcAft>
                <a:spcPts val="0"/>
              </a:spcAft>
              <a:buSzPts val="4800"/>
              <a:buNone/>
              <a:defRPr sz="4800"/>
            </a:lvl5pPr>
            <a:lvl6pPr lvl="5">
              <a:lnSpc>
                <a:spcPct val="80000"/>
              </a:lnSpc>
              <a:spcBef>
                <a:spcPts val="0"/>
              </a:spcBef>
              <a:spcAft>
                <a:spcPts val="0"/>
              </a:spcAft>
              <a:buSzPts val="4800"/>
              <a:buNone/>
              <a:defRPr sz="4800"/>
            </a:lvl6pPr>
            <a:lvl7pPr lvl="6">
              <a:lnSpc>
                <a:spcPct val="80000"/>
              </a:lnSpc>
              <a:spcBef>
                <a:spcPts val="0"/>
              </a:spcBef>
              <a:spcAft>
                <a:spcPts val="0"/>
              </a:spcAft>
              <a:buSzPts val="4800"/>
              <a:buNone/>
              <a:defRPr sz="4800"/>
            </a:lvl7pPr>
            <a:lvl8pPr lvl="7">
              <a:lnSpc>
                <a:spcPct val="80000"/>
              </a:lnSpc>
              <a:spcBef>
                <a:spcPts val="0"/>
              </a:spcBef>
              <a:spcAft>
                <a:spcPts val="0"/>
              </a:spcAft>
              <a:buSzPts val="4800"/>
              <a:buNone/>
              <a:defRPr sz="4800"/>
            </a:lvl8pPr>
            <a:lvl9pPr lvl="8">
              <a:lnSpc>
                <a:spcPct val="80000"/>
              </a:lnSpc>
              <a:spcBef>
                <a:spcPts val="0"/>
              </a:spcBef>
              <a:spcAft>
                <a:spcPts val="0"/>
              </a:spcAft>
              <a:buSzPts val="4800"/>
              <a:buNone/>
              <a:defRPr sz="4800"/>
            </a:lvl9pPr>
          </a:lstStyle>
          <a:p/>
        </p:txBody>
      </p:sp>
      <p:pic>
        <p:nvPicPr>
          <p:cNvPr descr=" " id="52" name="Google Shape;52;p9"/>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53" name="Google Shape;53;p9"/>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54" name="Google Shape;54;p9"/>
          <p:cNvSpPr txBox="1"/>
          <p:nvPr>
            <p:ph idx="1" type="body"/>
          </p:nvPr>
        </p:nvSpPr>
        <p:spPr>
          <a:xfrm>
            <a:off x="2120250" y="2660325"/>
            <a:ext cx="4903500" cy="1615500"/>
          </a:xfrm>
          <a:prstGeom prst="rect">
            <a:avLst/>
          </a:prstGeom>
        </p:spPr>
        <p:txBody>
          <a:bodyPr anchorCtr="0" anchor="t" bIns="91425" lIns="91425" spcFirstLastPara="1" rIns="91425" wrap="square" tIns="91425">
            <a:noAutofit/>
          </a:bodyPr>
          <a:lstStyle>
            <a:lvl1pPr indent="-330200" lvl="0" marL="457200" algn="ctr">
              <a:lnSpc>
                <a:spcPct val="125000"/>
              </a:lnSpc>
              <a:spcBef>
                <a:spcPts val="0"/>
              </a:spcBef>
              <a:spcAft>
                <a:spcPts val="0"/>
              </a:spcAft>
              <a:buSzPts val="1600"/>
              <a:buChar char="●"/>
              <a:defRPr sz="1600"/>
            </a:lvl1pPr>
            <a:lvl2pPr indent="-330200" lvl="1" marL="914400" algn="ctr">
              <a:lnSpc>
                <a:spcPct val="125000"/>
              </a:lnSpc>
              <a:spcBef>
                <a:spcPts val="0"/>
              </a:spcBef>
              <a:spcAft>
                <a:spcPts val="0"/>
              </a:spcAft>
              <a:buSzPts val="1600"/>
              <a:buChar char="○"/>
              <a:defRPr sz="1600"/>
            </a:lvl2pPr>
            <a:lvl3pPr indent="-330200" lvl="2" marL="1371600" algn="ctr">
              <a:lnSpc>
                <a:spcPct val="125000"/>
              </a:lnSpc>
              <a:spcBef>
                <a:spcPts val="0"/>
              </a:spcBef>
              <a:spcAft>
                <a:spcPts val="0"/>
              </a:spcAft>
              <a:buSzPts val="1600"/>
              <a:buChar char="■"/>
              <a:defRPr sz="1600"/>
            </a:lvl3pPr>
            <a:lvl4pPr indent="-330200" lvl="3" marL="1828800" algn="ctr">
              <a:lnSpc>
                <a:spcPct val="125000"/>
              </a:lnSpc>
              <a:spcBef>
                <a:spcPts val="0"/>
              </a:spcBef>
              <a:spcAft>
                <a:spcPts val="0"/>
              </a:spcAft>
              <a:buSzPts val="1600"/>
              <a:buChar char="●"/>
              <a:defRPr sz="1600"/>
            </a:lvl4pPr>
            <a:lvl5pPr indent="-330200" lvl="4" marL="2286000" algn="ctr">
              <a:lnSpc>
                <a:spcPct val="125000"/>
              </a:lnSpc>
              <a:spcBef>
                <a:spcPts val="0"/>
              </a:spcBef>
              <a:spcAft>
                <a:spcPts val="0"/>
              </a:spcAft>
              <a:buSzPts val="1600"/>
              <a:buChar char="○"/>
              <a:defRPr sz="1600"/>
            </a:lvl5pPr>
            <a:lvl6pPr indent="-330200" lvl="5" marL="2743200" algn="ctr">
              <a:lnSpc>
                <a:spcPct val="125000"/>
              </a:lnSpc>
              <a:spcBef>
                <a:spcPts val="0"/>
              </a:spcBef>
              <a:spcAft>
                <a:spcPts val="0"/>
              </a:spcAft>
              <a:buSzPts val="1600"/>
              <a:buChar char="■"/>
              <a:defRPr sz="1600"/>
            </a:lvl6pPr>
            <a:lvl7pPr indent="-330200" lvl="6" marL="3200400" algn="ctr">
              <a:lnSpc>
                <a:spcPct val="125000"/>
              </a:lnSpc>
              <a:spcBef>
                <a:spcPts val="0"/>
              </a:spcBef>
              <a:spcAft>
                <a:spcPts val="0"/>
              </a:spcAft>
              <a:buSzPts val="1600"/>
              <a:buChar char="●"/>
              <a:defRPr sz="1600"/>
            </a:lvl7pPr>
            <a:lvl8pPr indent="-330200" lvl="7" marL="3657600" algn="ctr">
              <a:lnSpc>
                <a:spcPct val="125000"/>
              </a:lnSpc>
              <a:spcBef>
                <a:spcPts val="0"/>
              </a:spcBef>
              <a:spcAft>
                <a:spcPts val="0"/>
              </a:spcAft>
              <a:buSzPts val="1600"/>
              <a:buChar char="○"/>
              <a:defRPr sz="1600"/>
            </a:lvl8pPr>
            <a:lvl9pPr indent="-330200" lvl="8" marL="4114800" algn="ctr">
              <a:lnSpc>
                <a:spcPct val="125000"/>
              </a:lnSpc>
              <a:spcBef>
                <a:spcPts val="0"/>
              </a:spcBef>
              <a:spcAft>
                <a:spcPts val="0"/>
              </a:spcAft>
              <a:buSzPts val="1600"/>
              <a:buChar char="■"/>
              <a:defRPr sz="1600"/>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5" name="Shape 55"/>
        <p:cNvGrpSpPr/>
        <p:nvPr/>
      </p:nvGrpSpPr>
      <p:grpSpPr>
        <a:xfrm>
          <a:off x="0" y="0"/>
          <a:ext cx="0" cy="0"/>
          <a:chOff x="0" y="0"/>
          <a:chExt cx="0" cy="0"/>
        </a:xfrm>
      </p:grpSpPr>
      <p:sp>
        <p:nvSpPr>
          <p:cNvPr descr=" " id="56" name="Google Shape;56;p10"/>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10"/>
          <p:cNvSpPr txBox="1"/>
          <p:nvPr>
            <p:ph type="title"/>
          </p:nvPr>
        </p:nvSpPr>
        <p:spPr>
          <a:xfrm>
            <a:off x="294375" y="1233175"/>
            <a:ext cx="4079100" cy="1482300"/>
          </a:xfrm>
          <a:prstGeom prst="rect">
            <a:avLst/>
          </a:prstGeom>
        </p:spPr>
        <p:txBody>
          <a:bodyPr anchorCtr="0" anchor="b" bIns="91425" lIns="91425" spcFirstLastPara="1" rIns="91425" wrap="square" tIns="91425">
            <a:noAutofit/>
          </a:bodyPr>
          <a:lstStyle>
            <a:lvl1pPr lvl="0">
              <a:lnSpc>
                <a:spcPct val="80000"/>
              </a:lnSpc>
              <a:spcBef>
                <a:spcPts val="0"/>
              </a:spcBef>
              <a:spcAft>
                <a:spcPts val="0"/>
              </a:spcAft>
              <a:buClr>
                <a:srgbClr val="57068C"/>
              </a:buClr>
              <a:buSzPts val="3600"/>
              <a:buNone/>
              <a:defRPr sz="3600">
                <a:solidFill>
                  <a:srgbClr val="57068C"/>
                </a:solidFill>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58" name="Google Shape;58;p10"/>
          <p:cNvSpPr txBox="1"/>
          <p:nvPr>
            <p:ph idx="1" type="subTitle"/>
          </p:nvPr>
        </p:nvSpPr>
        <p:spPr>
          <a:xfrm>
            <a:off x="294375" y="2803075"/>
            <a:ext cx="3616800" cy="12351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Clr>
                <a:srgbClr val="9A6ABA"/>
              </a:buClr>
              <a:buSzPts val="1800"/>
              <a:buNone/>
              <a:defRPr>
                <a:solidFill>
                  <a:srgbClr val="9A6ABA"/>
                </a:solidFill>
              </a:defRPr>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59" name="Google Shape;59;p10"/>
          <p:cNvSpPr txBox="1"/>
          <p:nvPr>
            <p:ph idx="2" type="body"/>
          </p:nvPr>
        </p:nvSpPr>
        <p:spPr>
          <a:xfrm>
            <a:off x="4939500" y="724075"/>
            <a:ext cx="3837000" cy="35517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pic>
        <p:nvPicPr>
          <p:cNvPr descr=" " id="60" name="Google Shape;60;p10"/>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1" name="Google Shape;61;p10"/>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2" name="Shape 62"/>
        <p:cNvGrpSpPr/>
        <p:nvPr/>
      </p:nvGrpSpPr>
      <p:grpSpPr>
        <a:xfrm>
          <a:off x="0" y="0"/>
          <a:ext cx="0" cy="0"/>
          <a:chOff x="0" y="0"/>
          <a:chExt cx="0" cy="0"/>
        </a:xfrm>
      </p:grpSpPr>
      <p:pic>
        <p:nvPicPr>
          <p:cNvPr descr=" " id="63" name="Google Shape;63;p11"/>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4" name="Google Shape;64;p11"/>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65" name="Google Shape;65;p11"/>
          <p:cNvSpPr txBox="1"/>
          <p:nvPr>
            <p:ph type="title"/>
          </p:nvPr>
        </p:nvSpPr>
        <p:spPr>
          <a:xfrm>
            <a:off x="311700" y="3619355"/>
            <a:ext cx="4511700" cy="605100"/>
          </a:xfrm>
          <a:prstGeom prst="rect">
            <a:avLst/>
          </a:prstGeom>
        </p:spPr>
        <p:txBody>
          <a:bodyPr anchorCtr="0" anchor="b" bIns="91425" lIns="91425" spcFirstLastPara="1" rIns="91425" wrap="square" tIns="91425">
            <a:noAutofit/>
          </a:bodyPr>
          <a:lstStyle>
            <a:lvl1pPr lvl="0">
              <a:spcBef>
                <a:spcPts val="0"/>
              </a:spcBef>
              <a:spcAft>
                <a:spcPts val="0"/>
              </a:spcAft>
              <a:buClr>
                <a:srgbClr val="333333"/>
              </a:buClr>
              <a:buSzPts val="1800"/>
              <a:buFont typeface="Montserrat"/>
              <a:buNone/>
              <a:defRPr b="0" sz="1800">
                <a:solidFill>
                  <a:srgbClr val="333333"/>
                </a:solidFill>
                <a:latin typeface="Montserrat"/>
                <a:ea typeface="Montserrat"/>
                <a:cs typeface="Montserrat"/>
                <a:sym typeface="Montserrat"/>
              </a:defRPr>
            </a:lvl1pPr>
            <a:lvl2pPr lvl="1">
              <a:spcBef>
                <a:spcPts val="0"/>
              </a:spcBef>
              <a:spcAft>
                <a:spcPts val="0"/>
              </a:spcAft>
              <a:buSzPts val="2800"/>
              <a:buNone/>
              <a:defRPr>
                <a:latin typeface="Montserrat"/>
                <a:ea typeface="Montserrat"/>
                <a:cs typeface="Montserrat"/>
                <a:sym typeface="Montserrat"/>
              </a:defRPr>
            </a:lvl2pPr>
            <a:lvl3pPr lvl="2">
              <a:spcBef>
                <a:spcPts val="0"/>
              </a:spcBef>
              <a:spcAft>
                <a:spcPts val="0"/>
              </a:spcAft>
              <a:buSzPts val="2800"/>
              <a:buNone/>
              <a:defRPr>
                <a:latin typeface="Montserrat"/>
                <a:ea typeface="Montserrat"/>
                <a:cs typeface="Montserrat"/>
                <a:sym typeface="Montserrat"/>
              </a:defRPr>
            </a:lvl3pPr>
            <a:lvl4pPr lvl="3">
              <a:spcBef>
                <a:spcPts val="0"/>
              </a:spcBef>
              <a:spcAft>
                <a:spcPts val="0"/>
              </a:spcAft>
              <a:buSzPts val="2800"/>
              <a:buNone/>
              <a:defRPr>
                <a:latin typeface="Montserrat"/>
                <a:ea typeface="Montserrat"/>
                <a:cs typeface="Montserrat"/>
                <a:sym typeface="Montserrat"/>
              </a:defRPr>
            </a:lvl4pPr>
            <a:lvl5pPr lvl="4">
              <a:spcBef>
                <a:spcPts val="0"/>
              </a:spcBef>
              <a:spcAft>
                <a:spcPts val="0"/>
              </a:spcAft>
              <a:buSzPts val="2800"/>
              <a:buNone/>
              <a:defRPr>
                <a:latin typeface="Montserrat"/>
                <a:ea typeface="Montserrat"/>
                <a:cs typeface="Montserrat"/>
                <a:sym typeface="Montserrat"/>
              </a:defRPr>
            </a:lvl5pPr>
            <a:lvl6pPr lvl="5">
              <a:spcBef>
                <a:spcPts val="0"/>
              </a:spcBef>
              <a:spcAft>
                <a:spcPts val="0"/>
              </a:spcAft>
              <a:buSzPts val="2800"/>
              <a:buNone/>
              <a:defRPr>
                <a:latin typeface="Montserrat"/>
                <a:ea typeface="Montserrat"/>
                <a:cs typeface="Montserrat"/>
                <a:sym typeface="Montserrat"/>
              </a:defRPr>
            </a:lvl6pPr>
            <a:lvl7pPr lvl="6">
              <a:spcBef>
                <a:spcPts val="0"/>
              </a:spcBef>
              <a:spcAft>
                <a:spcPts val="0"/>
              </a:spcAft>
              <a:buSzPts val="2800"/>
              <a:buNone/>
              <a:defRPr>
                <a:latin typeface="Montserrat"/>
                <a:ea typeface="Montserrat"/>
                <a:cs typeface="Montserrat"/>
                <a:sym typeface="Montserrat"/>
              </a:defRPr>
            </a:lvl7pPr>
            <a:lvl8pPr lvl="7">
              <a:spcBef>
                <a:spcPts val="0"/>
              </a:spcBef>
              <a:spcAft>
                <a:spcPts val="0"/>
              </a:spcAft>
              <a:buSzPts val="2800"/>
              <a:buNone/>
              <a:defRPr>
                <a:latin typeface="Montserrat"/>
                <a:ea typeface="Montserrat"/>
                <a:cs typeface="Montserrat"/>
                <a:sym typeface="Montserrat"/>
              </a:defRPr>
            </a:lvl8pPr>
            <a:lvl9pPr lvl="8">
              <a:spcBef>
                <a:spcPts val="0"/>
              </a:spcBef>
              <a:spcAft>
                <a:spcPts val="0"/>
              </a:spcAft>
              <a:buSzPts val="2800"/>
              <a:buNone/>
              <a:defRPr>
                <a:latin typeface="Montserrat"/>
                <a:ea typeface="Montserrat"/>
                <a:cs typeface="Montserrat"/>
                <a:sym typeface="Montserrat"/>
              </a:defRPr>
            </a:lvl9pPr>
          </a:lstStyle>
          <a:p/>
        </p:txBody>
      </p:sp>
      <p:pic>
        <p:nvPicPr>
          <p:cNvPr id="66" name="Google Shape;66;p11"/>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67" name="Shape 67"/>
        <p:cNvGrpSpPr/>
        <p:nvPr/>
      </p:nvGrpSpPr>
      <p:grpSpPr>
        <a:xfrm>
          <a:off x="0" y="0"/>
          <a:ext cx="0" cy="0"/>
          <a:chOff x="0" y="0"/>
          <a:chExt cx="0" cy="0"/>
        </a:xfrm>
      </p:grpSpPr>
      <p:pic>
        <p:nvPicPr>
          <p:cNvPr id="68" name="Google Shape;68;p12"/>
          <p:cNvPicPr preferRelativeResize="0"/>
          <p:nvPr/>
        </p:nvPicPr>
        <p:blipFill rotWithShape="1">
          <a:blip r:embed="rId2">
            <a:alphaModFix/>
          </a:blip>
          <a:srcRect b="0" l="0" r="0" t="0"/>
          <a:stretch/>
        </p:blipFill>
        <p:spPr>
          <a:xfrm>
            <a:off x="3965" y="0"/>
            <a:ext cx="9136072" cy="5143501"/>
          </a:xfrm>
          <a:prstGeom prst="rect">
            <a:avLst/>
          </a:prstGeom>
          <a:noFill/>
          <a:ln>
            <a:noFill/>
          </a:ln>
        </p:spPr>
      </p:pic>
      <p:sp>
        <p:nvSpPr>
          <p:cNvPr id="69" name="Google Shape;69;p12"/>
          <p:cNvSpPr txBox="1"/>
          <p:nvPr>
            <p:ph hasCustomPrompt="1" type="title"/>
          </p:nvPr>
        </p:nvSpPr>
        <p:spPr>
          <a:xfrm>
            <a:off x="311700" y="606575"/>
            <a:ext cx="8520600" cy="1671000"/>
          </a:xfrm>
          <a:prstGeom prst="rect">
            <a:avLst/>
          </a:prstGeom>
        </p:spPr>
        <p:txBody>
          <a:bodyPr anchorCtr="0" anchor="t" bIns="91425" lIns="91425" spcFirstLastPara="1" rIns="91425" wrap="square" tIns="91425">
            <a:noAutofit/>
          </a:bodyPr>
          <a:lstStyle>
            <a:lvl1pPr lvl="0" algn="ctr">
              <a:spcBef>
                <a:spcPts val="0"/>
              </a:spcBef>
              <a:spcAft>
                <a:spcPts val="0"/>
              </a:spcAft>
              <a:buClr>
                <a:srgbClr val="57068C"/>
              </a:buClr>
              <a:buSzPts val="13000"/>
              <a:buNone/>
              <a:defRPr sz="13000">
                <a:solidFill>
                  <a:srgbClr val="57068C"/>
                </a:solidFill>
              </a:defRPr>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70" name="Google Shape;70;p12"/>
          <p:cNvSpPr txBox="1"/>
          <p:nvPr>
            <p:ph idx="1" type="body"/>
          </p:nvPr>
        </p:nvSpPr>
        <p:spPr>
          <a:xfrm>
            <a:off x="3007950" y="3094875"/>
            <a:ext cx="3128100" cy="11868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SzPts val="1100"/>
              <a:buChar char="●"/>
              <a:defRPr sz="1100"/>
            </a:lvl1pPr>
            <a:lvl2pPr indent="-298450" lvl="1" marL="914400" algn="ctr">
              <a:spcBef>
                <a:spcPts val="0"/>
              </a:spcBef>
              <a:spcAft>
                <a:spcPts val="0"/>
              </a:spcAft>
              <a:buSzPts val="1100"/>
              <a:buChar char="○"/>
              <a:defRPr sz="1100"/>
            </a:lvl2pPr>
            <a:lvl3pPr indent="-298450" lvl="2" marL="1371600" algn="ctr">
              <a:spcBef>
                <a:spcPts val="0"/>
              </a:spcBef>
              <a:spcAft>
                <a:spcPts val="0"/>
              </a:spcAft>
              <a:buSzPts val="1100"/>
              <a:buChar char="■"/>
              <a:defRPr sz="1100"/>
            </a:lvl3pPr>
            <a:lvl4pPr indent="-298450" lvl="3" marL="1828800" algn="ctr">
              <a:spcBef>
                <a:spcPts val="0"/>
              </a:spcBef>
              <a:spcAft>
                <a:spcPts val="0"/>
              </a:spcAft>
              <a:buSzPts val="1100"/>
              <a:buChar char="●"/>
              <a:defRPr sz="1100"/>
            </a:lvl4pPr>
            <a:lvl5pPr indent="-298450" lvl="4" marL="2286000" algn="ctr">
              <a:spcBef>
                <a:spcPts val="0"/>
              </a:spcBef>
              <a:spcAft>
                <a:spcPts val="0"/>
              </a:spcAft>
              <a:buSzPts val="1100"/>
              <a:buChar char="○"/>
              <a:defRPr sz="1100"/>
            </a:lvl5pPr>
            <a:lvl6pPr indent="-298450" lvl="5" marL="2743200" algn="ctr">
              <a:spcBef>
                <a:spcPts val="0"/>
              </a:spcBef>
              <a:spcAft>
                <a:spcPts val="0"/>
              </a:spcAft>
              <a:buSzPts val="1100"/>
              <a:buChar char="■"/>
              <a:defRPr sz="1100"/>
            </a:lvl6pPr>
            <a:lvl7pPr indent="-298450" lvl="6" marL="3200400" algn="ctr">
              <a:spcBef>
                <a:spcPts val="0"/>
              </a:spcBef>
              <a:spcAft>
                <a:spcPts val="0"/>
              </a:spcAft>
              <a:buSzPts val="1100"/>
              <a:buChar char="●"/>
              <a:defRPr sz="1100"/>
            </a:lvl7pPr>
            <a:lvl8pPr indent="-298450" lvl="7" marL="3657600" algn="ctr">
              <a:spcBef>
                <a:spcPts val="0"/>
              </a:spcBef>
              <a:spcAft>
                <a:spcPts val="0"/>
              </a:spcAft>
              <a:buSzPts val="1100"/>
              <a:buChar char="○"/>
              <a:defRPr sz="1100"/>
            </a:lvl8pPr>
            <a:lvl9pPr indent="-298450" lvl="8" marL="4114800" algn="ctr">
              <a:spcBef>
                <a:spcPts val="0"/>
              </a:spcBef>
              <a:spcAft>
                <a:spcPts val="0"/>
              </a:spcAft>
              <a:buSzPts val="1100"/>
              <a:buChar char="■"/>
              <a:defRPr sz="1100"/>
            </a:lvl9pPr>
          </a:lstStyle>
          <a:p/>
        </p:txBody>
      </p:sp>
      <p:pic>
        <p:nvPicPr>
          <p:cNvPr descr=" " id="71" name="Google Shape;71;p12"/>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2" name="Google Shape;72;p12"/>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3" name="Google Shape;73;p12"/>
          <p:cNvSpPr txBox="1"/>
          <p:nvPr>
            <p:ph idx="2" type="subTitle"/>
          </p:nvPr>
        </p:nvSpPr>
        <p:spPr>
          <a:xfrm>
            <a:off x="1429500" y="2353776"/>
            <a:ext cx="6285000" cy="4638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b="1" sz="2800">
                <a:solidFill>
                  <a:schemeClr val="accent1"/>
                </a:solidFill>
                <a:latin typeface="Frank Ruhl Libre"/>
                <a:ea typeface="Frank Ruhl Libre"/>
                <a:cs typeface="Frank Ruhl Libre"/>
                <a:sym typeface="Frank Ruhl Libre"/>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and Text">
  <p:cSld name="CUSTOM">
    <p:spTree>
      <p:nvGrpSpPr>
        <p:cNvPr id="74" name="Shape 74"/>
        <p:cNvGrpSpPr/>
        <p:nvPr/>
      </p:nvGrpSpPr>
      <p:grpSpPr>
        <a:xfrm>
          <a:off x="0" y="0"/>
          <a:ext cx="0" cy="0"/>
          <a:chOff x="0" y="0"/>
          <a:chExt cx="0" cy="0"/>
        </a:xfrm>
      </p:grpSpPr>
      <p:pic>
        <p:nvPicPr>
          <p:cNvPr id="75" name="Google Shape;75;p13"/>
          <p:cNvPicPr preferRelativeResize="0"/>
          <p:nvPr/>
        </p:nvPicPr>
        <p:blipFill>
          <a:blip r:embed="rId2">
            <a:alphaModFix/>
          </a:blip>
          <a:stretch>
            <a:fillRect/>
          </a:stretch>
        </p:blipFill>
        <p:spPr>
          <a:xfrm>
            <a:off x="0" y="0"/>
            <a:ext cx="9143997" cy="5143510"/>
          </a:xfrm>
          <a:prstGeom prst="rect">
            <a:avLst/>
          </a:prstGeom>
          <a:noFill/>
          <a:ln>
            <a:noFill/>
          </a:ln>
        </p:spPr>
      </p:pic>
      <p:pic>
        <p:nvPicPr>
          <p:cNvPr descr=" " id="76" name="Google Shape;76;p13"/>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7" name="Google Shape;77;p13"/>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8" name="Google Shape;78;p13"/>
          <p:cNvSpPr txBox="1"/>
          <p:nvPr>
            <p:ph type="title"/>
          </p:nvPr>
        </p:nvSpPr>
        <p:spPr>
          <a:xfrm>
            <a:off x="4969800" y="1412750"/>
            <a:ext cx="3766800" cy="1374600"/>
          </a:xfrm>
          <a:prstGeom prst="rect">
            <a:avLst/>
          </a:prstGeom>
        </p:spPr>
        <p:txBody>
          <a:bodyPr anchorCtr="0" anchor="b" bIns="91425" lIns="91425" spcFirstLastPara="1" rIns="91425" wrap="square" tIns="91425">
            <a:noAutofit/>
          </a:bodyPr>
          <a:lstStyle>
            <a:lvl1pPr lvl="0" rtl="0">
              <a:lnSpc>
                <a:spcPct val="80000"/>
              </a:lnSpc>
              <a:spcBef>
                <a:spcPts val="0"/>
              </a:spcBef>
              <a:spcAft>
                <a:spcPts val="0"/>
              </a:spcAft>
              <a:buClr>
                <a:srgbClr val="57068C"/>
              </a:buClr>
              <a:buSzPts val="3600"/>
              <a:buNone/>
              <a:defRPr>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79" name="Google Shape;79;p13"/>
          <p:cNvSpPr txBox="1"/>
          <p:nvPr>
            <p:ph idx="1" type="body"/>
          </p:nvPr>
        </p:nvSpPr>
        <p:spPr>
          <a:xfrm>
            <a:off x="4969675" y="2901150"/>
            <a:ext cx="3766800" cy="1374600"/>
          </a:xfrm>
          <a:prstGeom prst="rect">
            <a:avLst/>
          </a:prstGeom>
        </p:spPr>
        <p:txBody>
          <a:bodyPr anchorCtr="0" anchor="t" bIns="91425" lIns="91425" spcFirstLastPara="1" rIns="91425" wrap="square" tIns="91425">
            <a:noAutofit/>
          </a:bodyPr>
          <a:lstStyle>
            <a:lvl1pPr indent="-298450" lvl="0" marL="457200" rtl="0">
              <a:lnSpc>
                <a:spcPct val="125000"/>
              </a:lnSpc>
              <a:spcBef>
                <a:spcPts val="0"/>
              </a:spcBef>
              <a:spcAft>
                <a:spcPts val="0"/>
              </a:spcAft>
              <a:buSzPts val="1100"/>
              <a:buChar char="●"/>
              <a:defRPr sz="1100"/>
            </a:lvl1pPr>
            <a:lvl2pPr indent="-298450" lvl="1" marL="914400" rtl="0">
              <a:lnSpc>
                <a:spcPct val="125000"/>
              </a:lnSpc>
              <a:spcBef>
                <a:spcPts val="800"/>
              </a:spcBef>
              <a:spcAft>
                <a:spcPts val="0"/>
              </a:spcAft>
              <a:buSzPts val="1100"/>
              <a:buChar char="○"/>
              <a:defRPr sz="1100"/>
            </a:lvl2pPr>
            <a:lvl3pPr indent="-298450" lvl="2" marL="1371600" rtl="0">
              <a:lnSpc>
                <a:spcPct val="125000"/>
              </a:lnSpc>
              <a:spcBef>
                <a:spcPts val="800"/>
              </a:spcBef>
              <a:spcAft>
                <a:spcPts val="0"/>
              </a:spcAft>
              <a:buSzPts val="1100"/>
              <a:buChar char="■"/>
              <a:defRPr sz="1100"/>
            </a:lvl3pPr>
            <a:lvl4pPr indent="-298450" lvl="3" marL="1828800" rtl="0">
              <a:lnSpc>
                <a:spcPct val="125000"/>
              </a:lnSpc>
              <a:spcBef>
                <a:spcPts val="800"/>
              </a:spcBef>
              <a:spcAft>
                <a:spcPts val="0"/>
              </a:spcAft>
              <a:buSzPts val="1100"/>
              <a:buChar char="●"/>
              <a:defRPr sz="1100"/>
            </a:lvl4pPr>
            <a:lvl5pPr indent="-298450" lvl="4" marL="2286000" rtl="0">
              <a:lnSpc>
                <a:spcPct val="125000"/>
              </a:lnSpc>
              <a:spcBef>
                <a:spcPts val="800"/>
              </a:spcBef>
              <a:spcAft>
                <a:spcPts val="0"/>
              </a:spcAft>
              <a:buSzPts val="1100"/>
              <a:buChar char="○"/>
              <a:defRPr sz="1100"/>
            </a:lvl5pPr>
            <a:lvl6pPr indent="-298450" lvl="5" marL="2743200" rtl="0">
              <a:lnSpc>
                <a:spcPct val="125000"/>
              </a:lnSpc>
              <a:spcBef>
                <a:spcPts val="800"/>
              </a:spcBef>
              <a:spcAft>
                <a:spcPts val="0"/>
              </a:spcAft>
              <a:buSzPts val="1100"/>
              <a:buChar char="■"/>
              <a:defRPr sz="1100"/>
            </a:lvl6pPr>
            <a:lvl7pPr indent="-298450" lvl="6" marL="3200400" rtl="0">
              <a:lnSpc>
                <a:spcPct val="125000"/>
              </a:lnSpc>
              <a:spcBef>
                <a:spcPts val="800"/>
              </a:spcBef>
              <a:spcAft>
                <a:spcPts val="0"/>
              </a:spcAft>
              <a:buSzPts val="1100"/>
              <a:buChar char="●"/>
              <a:defRPr sz="1100"/>
            </a:lvl7pPr>
            <a:lvl8pPr indent="-298450" lvl="7" marL="3657600" rtl="0">
              <a:lnSpc>
                <a:spcPct val="125000"/>
              </a:lnSpc>
              <a:spcBef>
                <a:spcPts val="800"/>
              </a:spcBef>
              <a:spcAft>
                <a:spcPts val="0"/>
              </a:spcAft>
              <a:buSzPts val="1100"/>
              <a:buChar char="○"/>
              <a:defRPr sz="1100"/>
            </a:lvl8pPr>
            <a:lvl9pPr indent="-298450" lvl="8" marL="4114800" rtl="0">
              <a:lnSpc>
                <a:spcPct val="125000"/>
              </a:lnSpc>
              <a:spcBef>
                <a:spcPts val="800"/>
              </a:spcBef>
              <a:spcAft>
                <a:spcPts val="800"/>
              </a:spcAft>
              <a:buSzPts val="1100"/>
              <a:buChar char="■"/>
              <a:defRPr sz="1100"/>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st">
  <p:cSld name="CUSTOM_1">
    <p:spTree>
      <p:nvGrpSpPr>
        <p:cNvPr id="80" name="Shape 80"/>
        <p:cNvGrpSpPr/>
        <p:nvPr/>
      </p:nvGrpSpPr>
      <p:grpSpPr>
        <a:xfrm>
          <a:off x="0" y="0"/>
          <a:ext cx="0" cy="0"/>
          <a:chOff x="0" y="0"/>
          <a:chExt cx="0" cy="0"/>
        </a:xfrm>
      </p:grpSpPr>
      <p:pic>
        <p:nvPicPr>
          <p:cNvPr descr=" " id="81" name="Google Shape;81;p14"/>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82" name="Google Shape;82;p14"/>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83" name="Google Shape;83;p14"/>
          <p:cNvSpPr txBox="1"/>
          <p:nvPr>
            <p:ph type="title"/>
          </p:nvPr>
        </p:nvSpPr>
        <p:spPr>
          <a:xfrm>
            <a:off x="311700" y="587975"/>
            <a:ext cx="3610800" cy="8916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000"/>
              <a:buNone/>
              <a:defRPr sz="40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84" name="Google Shape;84;p14"/>
          <p:cNvSpPr txBox="1"/>
          <p:nvPr>
            <p:ph idx="1" type="body"/>
          </p:nvPr>
        </p:nvSpPr>
        <p:spPr>
          <a:xfrm>
            <a:off x="311700" y="1836175"/>
            <a:ext cx="3610800" cy="2439600"/>
          </a:xfrm>
          <a:prstGeom prst="rect">
            <a:avLst/>
          </a:prstGeom>
        </p:spPr>
        <p:txBody>
          <a:bodyPr anchorCtr="0" anchor="t" bIns="91425" lIns="91425" spcFirstLastPara="1" rIns="91425" wrap="square" tIns="91425">
            <a:noAutofit/>
          </a:bodyPr>
          <a:lstStyle>
            <a:lvl1pPr indent="-317500" lvl="0" marL="457200" rtl="0">
              <a:lnSpc>
                <a:spcPct val="125000"/>
              </a:lnSpc>
              <a:spcBef>
                <a:spcPts val="0"/>
              </a:spcBef>
              <a:spcAft>
                <a:spcPts val="0"/>
              </a:spcAft>
              <a:buSzPts val="1400"/>
              <a:buChar char="●"/>
              <a:defRPr sz="1400"/>
            </a:lvl1pPr>
            <a:lvl2pPr indent="-317500" lvl="1" marL="914400" rtl="0">
              <a:lnSpc>
                <a:spcPct val="125000"/>
              </a:lnSpc>
              <a:spcBef>
                <a:spcPts val="800"/>
              </a:spcBef>
              <a:spcAft>
                <a:spcPts val="0"/>
              </a:spcAft>
              <a:buSzPts val="1400"/>
              <a:buChar char="○"/>
              <a:defRPr/>
            </a:lvl2pPr>
            <a:lvl3pPr indent="-317500" lvl="2" marL="1371600" rtl="0">
              <a:lnSpc>
                <a:spcPct val="125000"/>
              </a:lnSpc>
              <a:spcBef>
                <a:spcPts val="800"/>
              </a:spcBef>
              <a:spcAft>
                <a:spcPts val="0"/>
              </a:spcAft>
              <a:buSzPts val="1400"/>
              <a:buChar char="■"/>
              <a:defRPr/>
            </a:lvl3pPr>
            <a:lvl4pPr indent="-317500" lvl="3" marL="1828800" rtl="0">
              <a:lnSpc>
                <a:spcPct val="125000"/>
              </a:lnSpc>
              <a:spcBef>
                <a:spcPts val="800"/>
              </a:spcBef>
              <a:spcAft>
                <a:spcPts val="0"/>
              </a:spcAft>
              <a:buSzPts val="1400"/>
              <a:buChar char="●"/>
              <a:defRPr/>
            </a:lvl4pPr>
            <a:lvl5pPr indent="-317500" lvl="4" marL="2286000" rtl="0">
              <a:lnSpc>
                <a:spcPct val="125000"/>
              </a:lnSpc>
              <a:spcBef>
                <a:spcPts val="800"/>
              </a:spcBef>
              <a:spcAft>
                <a:spcPts val="0"/>
              </a:spcAft>
              <a:buSzPts val="1400"/>
              <a:buChar char="○"/>
              <a:defRPr/>
            </a:lvl5pPr>
            <a:lvl6pPr indent="-317500" lvl="5" marL="2743200" rtl="0">
              <a:lnSpc>
                <a:spcPct val="125000"/>
              </a:lnSpc>
              <a:spcBef>
                <a:spcPts val="800"/>
              </a:spcBef>
              <a:spcAft>
                <a:spcPts val="0"/>
              </a:spcAft>
              <a:buSzPts val="1400"/>
              <a:buChar char="■"/>
              <a:defRPr/>
            </a:lvl6pPr>
            <a:lvl7pPr indent="-317500" lvl="6" marL="3200400" rtl="0">
              <a:lnSpc>
                <a:spcPct val="125000"/>
              </a:lnSpc>
              <a:spcBef>
                <a:spcPts val="800"/>
              </a:spcBef>
              <a:spcAft>
                <a:spcPts val="0"/>
              </a:spcAft>
              <a:buSzPts val="1400"/>
              <a:buChar char="●"/>
              <a:defRPr/>
            </a:lvl7pPr>
            <a:lvl8pPr indent="-317500" lvl="7" marL="3657600" rtl="0">
              <a:lnSpc>
                <a:spcPct val="125000"/>
              </a:lnSpc>
              <a:spcBef>
                <a:spcPts val="800"/>
              </a:spcBef>
              <a:spcAft>
                <a:spcPts val="0"/>
              </a:spcAft>
              <a:buSzPts val="1400"/>
              <a:buChar char="○"/>
              <a:defRPr/>
            </a:lvl8pPr>
            <a:lvl9pPr indent="-317500" lvl="8" marL="4114800" rtl="0">
              <a:lnSpc>
                <a:spcPct val="125000"/>
              </a:lnSpc>
              <a:spcBef>
                <a:spcPts val="800"/>
              </a:spcBef>
              <a:spcAft>
                <a:spcPts val="800"/>
              </a:spcAft>
              <a:buSzPts val="1400"/>
              <a:buChar char="■"/>
              <a:defRPr/>
            </a:lvl9pPr>
          </a:lstStyle>
          <a:p/>
        </p:txBody>
      </p:sp>
      <p:sp>
        <p:nvSpPr>
          <p:cNvPr id="85" name="Google Shape;85;p14"/>
          <p:cNvSpPr txBox="1"/>
          <p:nvPr/>
        </p:nvSpPr>
        <p:spPr>
          <a:xfrm>
            <a:off x="5958050" y="683000"/>
            <a:ext cx="2778600" cy="1096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latin typeface="Montserrat"/>
              <a:ea typeface="Montserrat"/>
              <a:cs typeface="Montserrat"/>
              <a:sym typeface="Montserrat"/>
            </a:endParaRPr>
          </a:p>
        </p:txBody>
      </p:sp>
      <p:sp>
        <p:nvSpPr>
          <p:cNvPr id="86" name="Google Shape;86;p14"/>
          <p:cNvSpPr txBox="1"/>
          <p:nvPr>
            <p:ph idx="2" type="body"/>
          </p:nvPr>
        </p:nvSpPr>
        <p:spPr>
          <a:xfrm>
            <a:off x="5824575" y="683050"/>
            <a:ext cx="2911800" cy="1096800"/>
          </a:xfrm>
          <a:prstGeom prst="rect">
            <a:avLst/>
          </a:prstGeom>
        </p:spPr>
        <p:txBody>
          <a:bodyPr anchorCtr="0" anchor="ctr" bIns="91425" lIns="91425" spcFirstLastPara="1" rIns="91425" wrap="square" tIns="91425">
            <a:noAutofit/>
          </a:bodyPr>
          <a:lstStyle>
            <a:lvl1pPr indent="-292100" lvl="0" marL="457200">
              <a:spcBef>
                <a:spcPts val="0"/>
              </a:spcBef>
              <a:spcAft>
                <a:spcPts val="0"/>
              </a:spcAft>
              <a:buSzPts val="1000"/>
              <a:buChar char="●"/>
              <a:defRPr sz="1000"/>
            </a:lvl1pPr>
            <a:lvl2pPr indent="-292100" lvl="1" marL="914400">
              <a:spcBef>
                <a:spcPts val="600"/>
              </a:spcBef>
              <a:spcAft>
                <a:spcPts val="0"/>
              </a:spcAft>
              <a:buSzPts val="1000"/>
              <a:buChar char="○"/>
              <a:defRPr sz="1000"/>
            </a:lvl2pPr>
            <a:lvl3pPr indent="-292100" lvl="2" marL="1371600">
              <a:spcBef>
                <a:spcPts val="600"/>
              </a:spcBef>
              <a:spcAft>
                <a:spcPts val="0"/>
              </a:spcAft>
              <a:buSzPts val="1000"/>
              <a:buChar char="■"/>
              <a:defRPr sz="1000"/>
            </a:lvl3pPr>
            <a:lvl4pPr indent="-292100" lvl="3" marL="1828800">
              <a:spcBef>
                <a:spcPts val="600"/>
              </a:spcBef>
              <a:spcAft>
                <a:spcPts val="0"/>
              </a:spcAft>
              <a:buSzPts val="1000"/>
              <a:buChar char="●"/>
              <a:defRPr sz="1000"/>
            </a:lvl4pPr>
            <a:lvl5pPr indent="-292100" lvl="4" marL="2286000">
              <a:spcBef>
                <a:spcPts val="600"/>
              </a:spcBef>
              <a:spcAft>
                <a:spcPts val="0"/>
              </a:spcAft>
              <a:buSzPts val="1000"/>
              <a:buChar char="○"/>
              <a:defRPr sz="1000"/>
            </a:lvl5pPr>
            <a:lvl6pPr indent="-292100" lvl="5" marL="2743200">
              <a:spcBef>
                <a:spcPts val="600"/>
              </a:spcBef>
              <a:spcAft>
                <a:spcPts val="0"/>
              </a:spcAft>
              <a:buSzPts val="1000"/>
              <a:buChar char="■"/>
              <a:defRPr sz="1000"/>
            </a:lvl6pPr>
            <a:lvl7pPr indent="-292100" lvl="6" marL="3200400">
              <a:spcBef>
                <a:spcPts val="600"/>
              </a:spcBef>
              <a:spcAft>
                <a:spcPts val="0"/>
              </a:spcAft>
              <a:buSzPts val="1000"/>
              <a:buChar char="●"/>
              <a:defRPr sz="1000"/>
            </a:lvl7pPr>
            <a:lvl8pPr indent="-292100" lvl="7" marL="3657600">
              <a:spcBef>
                <a:spcPts val="600"/>
              </a:spcBef>
              <a:spcAft>
                <a:spcPts val="0"/>
              </a:spcAft>
              <a:buSzPts val="1000"/>
              <a:buChar char="○"/>
              <a:defRPr sz="1000"/>
            </a:lvl8pPr>
            <a:lvl9pPr indent="-292100" lvl="8" marL="4114800">
              <a:spcBef>
                <a:spcPts val="600"/>
              </a:spcBef>
              <a:spcAft>
                <a:spcPts val="600"/>
              </a:spcAft>
              <a:buSzPts val="1000"/>
              <a:buChar char="■"/>
              <a:defRPr sz="1000"/>
            </a:lvl9pPr>
          </a:lstStyle>
          <a:p/>
        </p:txBody>
      </p:sp>
      <p:sp>
        <p:nvSpPr>
          <p:cNvPr id="87" name="Google Shape;87;p14"/>
          <p:cNvSpPr txBox="1"/>
          <p:nvPr>
            <p:ph idx="3" type="body"/>
          </p:nvPr>
        </p:nvSpPr>
        <p:spPr>
          <a:xfrm>
            <a:off x="5824575" y="1931875"/>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sp>
        <p:nvSpPr>
          <p:cNvPr id="88" name="Google Shape;88;p14"/>
          <p:cNvSpPr txBox="1"/>
          <p:nvPr>
            <p:ph idx="4" type="body"/>
          </p:nvPr>
        </p:nvSpPr>
        <p:spPr>
          <a:xfrm>
            <a:off x="5824575" y="3180700"/>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pic>
        <p:nvPicPr>
          <p:cNvPr id="89" name="Google Shape;89;p14"/>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pos="2880">
          <p15:clr>
            <a:srgbClr val="FA7B17"/>
          </p15:clr>
        </p15:guide>
        <p15:guide id="2" orient="horz" pos="432">
          <p15:clr>
            <a:srgbClr val="FA7B17"/>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1">
  <p:cSld name="CUSTOM_2">
    <p:bg>
      <p:bgPr>
        <a:solidFill>
          <a:srgbClr val="220337"/>
        </a:solidFill>
      </p:bgPr>
    </p:bg>
    <p:spTree>
      <p:nvGrpSpPr>
        <p:cNvPr id="90" name="Shape 90"/>
        <p:cNvGrpSpPr/>
        <p:nvPr/>
      </p:nvGrpSpPr>
      <p:grpSpPr>
        <a:xfrm>
          <a:off x="0" y="0"/>
          <a:ext cx="0" cy="0"/>
          <a:chOff x="0" y="0"/>
          <a:chExt cx="0" cy="0"/>
        </a:xfrm>
      </p:grpSpPr>
      <p:pic>
        <p:nvPicPr>
          <p:cNvPr id="91" name="Google Shape;91;p15"/>
          <p:cNvPicPr preferRelativeResize="0"/>
          <p:nvPr/>
        </p:nvPicPr>
        <p:blipFill>
          <a:blip r:embed="rId2">
            <a:alphaModFix/>
          </a:blip>
          <a:stretch>
            <a:fillRect/>
          </a:stretch>
        </p:blipFill>
        <p:spPr>
          <a:xfrm>
            <a:off x="0" y="0"/>
            <a:ext cx="9144003" cy="5143501"/>
          </a:xfrm>
          <a:prstGeom prst="rect">
            <a:avLst/>
          </a:prstGeom>
          <a:noFill/>
          <a:ln>
            <a:noFill/>
          </a:ln>
        </p:spPr>
      </p:pic>
      <p:pic>
        <p:nvPicPr>
          <p:cNvPr descr=" " id="92" name="Google Shape;92;p15"/>
          <p:cNvPicPr preferRelativeResize="0"/>
          <p:nvPr/>
        </p:nvPicPr>
        <p:blipFill rotWithShape="1">
          <a:blip r:embed="rId3">
            <a:alphaModFix/>
          </a:blip>
          <a:srcRect b="0" l="0" r="0" t="0"/>
          <a:stretch/>
        </p:blipFill>
        <p:spPr>
          <a:xfrm>
            <a:off x="407175" y="4539121"/>
            <a:ext cx="776077" cy="263400"/>
          </a:xfrm>
          <a:prstGeom prst="rect">
            <a:avLst/>
          </a:prstGeom>
          <a:noFill/>
          <a:ln>
            <a:noFill/>
          </a:ln>
        </p:spPr>
      </p:pic>
      <p:sp>
        <p:nvSpPr>
          <p:cNvPr id="93" name="Google Shape;93;p15"/>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rgbClr val="FFFFFF"/>
                </a:solidFill>
                <a:latin typeface="Montserrat"/>
                <a:ea typeface="Montserrat"/>
                <a:cs typeface="Montserrat"/>
                <a:sym typeface="Montserrat"/>
              </a:rPr>
              <a:t>‹#›</a:t>
            </a:fld>
            <a:endParaRPr b="1" sz="700">
              <a:solidFill>
                <a:srgbClr val="FFFFFF"/>
              </a:solidFill>
              <a:latin typeface="Montserrat"/>
              <a:ea typeface="Montserrat"/>
              <a:cs typeface="Montserrat"/>
              <a:sym typeface="Montserrat"/>
            </a:endParaRPr>
          </a:p>
        </p:txBody>
      </p:sp>
      <p:sp>
        <p:nvSpPr>
          <p:cNvPr id="94" name="Google Shape;94;p15"/>
          <p:cNvSpPr txBox="1"/>
          <p:nvPr>
            <p:ph type="title"/>
          </p:nvPr>
        </p:nvSpPr>
        <p:spPr>
          <a:xfrm>
            <a:off x="904850" y="1264532"/>
            <a:ext cx="6710700" cy="15951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95" name="Google Shape;95;p15"/>
          <p:cNvSpPr txBox="1"/>
          <p:nvPr>
            <p:ph idx="1" type="subTitle"/>
          </p:nvPr>
        </p:nvSpPr>
        <p:spPr>
          <a:xfrm>
            <a:off x="974919" y="3029082"/>
            <a:ext cx="3715200" cy="500700"/>
          </a:xfrm>
          <a:prstGeom prst="rect">
            <a:avLst/>
          </a:prstGeom>
        </p:spPr>
        <p:txBody>
          <a:bodyPr anchorCtr="0" anchor="t" bIns="91425" lIns="91425" spcFirstLastPara="1" rIns="91425" wrap="square" tIns="91425">
            <a:noAutofit/>
          </a:bodyPr>
          <a:lstStyle>
            <a:lvl1pPr lvl="0">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pic>
        <p:nvPicPr>
          <p:cNvPr descr=" " id="96" name="Google Shape;96;p15"/>
          <p:cNvPicPr preferRelativeResize="0"/>
          <p:nvPr/>
        </p:nvPicPr>
        <p:blipFill>
          <a:blip r:embed="rId4">
            <a:alphaModFix/>
          </a:blip>
          <a:stretch>
            <a:fillRect/>
          </a:stretch>
        </p:blipFill>
        <p:spPr>
          <a:xfrm>
            <a:off x="407175" y="4539121"/>
            <a:ext cx="776077" cy="2634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2">
  <p:cSld name="CUSTOM_3">
    <p:bg>
      <p:bgPr>
        <a:solidFill>
          <a:schemeClr val="lt2"/>
        </a:solidFill>
      </p:bgPr>
    </p:bg>
    <p:spTree>
      <p:nvGrpSpPr>
        <p:cNvPr id="97" name="Shape 97"/>
        <p:cNvGrpSpPr/>
        <p:nvPr/>
      </p:nvGrpSpPr>
      <p:grpSpPr>
        <a:xfrm>
          <a:off x="0" y="0"/>
          <a:ext cx="0" cy="0"/>
          <a:chOff x="0" y="0"/>
          <a:chExt cx="0" cy="0"/>
        </a:xfrm>
      </p:grpSpPr>
      <p:pic>
        <p:nvPicPr>
          <p:cNvPr id="98" name="Google Shape;98;p16"/>
          <p:cNvPicPr preferRelativeResize="0"/>
          <p:nvPr/>
        </p:nvPicPr>
        <p:blipFill>
          <a:blip r:embed="rId2">
            <a:alphaModFix/>
          </a:blip>
          <a:stretch>
            <a:fillRect/>
          </a:stretch>
        </p:blipFill>
        <p:spPr>
          <a:xfrm>
            <a:off x="-62802" y="-34225"/>
            <a:ext cx="9269596" cy="5180999"/>
          </a:xfrm>
          <a:prstGeom prst="rect">
            <a:avLst/>
          </a:prstGeom>
          <a:noFill/>
          <a:ln>
            <a:noFill/>
          </a:ln>
        </p:spPr>
      </p:pic>
      <p:pic>
        <p:nvPicPr>
          <p:cNvPr descr=" " id="99" name="Google Shape;99;p16"/>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100" name="Google Shape;100;p1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101" name="Google Shape;101;p16"/>
          <p:cNvSpPr txBox="1"/>
          <p:nvPr>
            <p:ph type="title"/>
          </p:nvPr>
        </p:nvSpPr>
        <p:spPr>
          <a:xfrm>
            <a:off x="592275" y="522825"/>
            <a:ext cx="8144400" cy="37530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chemeClr val="dk1"/>
                </a:solidFill>
              </a:defRPr>
            </a:lvl2pPr>
            <a:lvl3pPr lvl="2" rtl="0">
              <a:spcBef>
                <a:spcPts val="0"/>
              </a:spcBef>
              <a:spcAft>
                <a:spcPts val="0"/>
              </a:spcAft>
              <a:buNone/>
              <a:defRPr>
                <a:solidFill>
                  <a:schemeClr val="dk1"/>
                </a:solidFill>
              </a:defRPr>
            </a:lvl3pPr>
            <a:lvl4pPr lvl="3" rtl="0">
              <a:spcBef>
                <a:spcPts val="0"/>
              </a:spcBef>
              <a:spcAft>
                <a:spcPts val="0"/>
              </a:spcAft>
              <a:buNone/>
              <a:defRPr>
                <a:solidFill>
                  <a:schemeClr val="dk1"/>
                </a:solidFill>
              </a:defRPr>
            </a:lvl4pPr>
            <a:lvl5pPr lvl="4" rtl="0">
              <a:spcBef>
                <a:spcPts val="0"/>
              </a:spcBef>
              <a:spcAft>
                <a:spcPts val="0"/>
              </a:spcAft>
              <a:buNone/>
              <a:defRPr>
                <a:solidFill>
                  <a:schemeClr val="dk1"/>
                </a:solidFill>
              </a:defRPr>
            </a:lvl5pPr>
            <a:lvl6pPr lvl="5" rtl="0">
              <a:spcBef>
                <a:spcPts val="0"/>
              </a:spcBef>
              <a:spcAft>
                <a:spcPts val="0"/>
              </a:spcAft>
              <a:buNone/>
              <a:defRPr>
                <a:solidFill>
                  <a:schemeClr val="dk1"/>
                </a:solidFill>
              </a:defRPr>
            </a:lvl6pPr>
            <a:lvl7pPr lvl="6" rtl="0">
              <a:spcBef>
                <a:spcPts val="0"/>
              </a:spcBef>
              <a:spcAft>
                <a:spcPts val="0"/>
              </a:spcAft>
              <a:buNone/>
              <a:defRPr>
                <a:solidFill>
                  <a:schemeClr val="dk1"/>
                </a:solidFill>
              </a:defRPr>
            </a:lvl7pPr>
            <a:lvl8pPr lvl="7" rtl="0">
              <a:spcBef>
                <a:spcPts val="0"/>
              </a:spcBef>
              <a:spcAft>
                <a:spcPts val="0"/>
              </a:spcAft>
              <a:buNone/>
              <a:defRPr>
                <a:solidFill>
                  <a:schemeClr val="dk1"/>
                </a:solidFill>
              </a:defRPr>
            </a:lvl8pPr>
            <a:lvl9pPr lvl="8" rtl="0">
              <a:spcBef>
                <a:spcPts val="0"/>
              </a:spcBef>
              <a:spcAft>
                <a:spcPts val="0"/>
              </a:spcAft>
              <a:buNone/>
              <a:defRPr>
                <a:solidFill>
                  <a:schemeClr val="dk1"/>
                </a:solidFil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folio" type="blank">
  <p:cSld name="BLANK">
    <p:spTree>
      <p:nvGrpSpPr>
        <p:cNvPr id="102" name="Shape 102"/>
        <p:cNvGrpSpPr/>
        <p:nvPr/>
      </p:nvGrpSpPr>
      <p:grpSpPr>
        <a:xfrm>
          <a:off x="0" y="0"/>
          <a:ext cx="0" cy="0"/>
          <a:chOff x="0" y="0"/>
          <a:chExt cx="0" cy="0"/>
        </a:xfrm>
      </p:grpSpPr>
      <p:pic>
        <p:nvPicPr>
          <p:cNvPr descr=" " id="103" name="Google Shape;103;p1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104" name="Google Shape;104;p1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05" name="Shape 10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368825"/>
            <a:ext cx="84249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rgbClr val="57068C"/>
              </a:buClr>
              <a:buSzPts val="3600"/>
              <a:buFont typeface="Frank Ruhl Libre"/>
              <a:buNone/>
              <a:defRPr b="1" sz="3600">
                <a:solidFill>
                  <a:srgbClr val="57068C"/>
                </a:solidFill>
                <a:latin typeface="Frank Ruhl Libre"/>
                <a:ea typeface="Frank Ruhl Libre"/>
                <a:cs typeface="Frank Ruhl Libre"/>
                <a:sym typeface="Frank Ruhl Libre"/>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424900" cy="31233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rgbClr val="57068C"/>
              </a:buClr>
              <a:buSzPts val="1800"/>
              <a:buFont typeface="Montserrat"/>
              <a:buChar char="●"/>
              <a:defRPr sz="1800">
                <a:solidFill>
                  <a:srgbClr val="333333"/>
                </a:solidFill>
                <a:latin typeface="Montserrat"/>
                <a:ea typeface="Montserrat"/>
                <a:cs typeface="Montserrat"/>
                <a:sym typeface="Montserrat"/>
              </a:defRPr>
            </a:lvl1pPr>
            <a:lvl2pPr indent="-317500" lvl="1" marL="914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2pPr>
            <a:lvl3pPr indent="-317500" lvl="2" marL="1371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3pPr>
            <a:lvl4pPr indent="-317500" lvl="3" marL="18288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4pPr>
            <a:lvl5pPr indent="-317500" lvl="4" marL="22860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5pPr>
            <a:lvl6pPr indent="-317500" lvl="5" marL="27432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6pPr>
            <a:lvl7pPr indent="-317500" lvl="6" marL="3200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7pPr>
            <a:lvl8pPr indent="-317500" lvl="7" marL="3657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8pPr>
            <a:lvl9pPr indent="-317500" lvl="8" marL="4114800">
              <a:lnSpc>
                <a:spcPct val="115000"/>
              </a:lnSpc>
              <a:spcBef>
                <a:spcPts val="1600"/>
              </a:spcBef>
              <a:spcAft>
                <a:spcPts val="1600"/>
              </a:spcAft>
              <a:buClr>
                <a:srgbClr val="57068C"/>
              </a:buClr>
              <a:buSzPts val="1400"/>
              <a:buFont typeface="Montserrat"/>
              <a:buChar char="■"/>
              <a:defRPr>
                <a:solidFill>
                  <a:srgbClr val="333333"/>
                </a:solidFill>
                <a:latin typeface="Montserrat"/>
                <a:ea typeface="Montserrat"/>
                <a:cs typeface="Montserrat"/>
                <a:sym typeface="Montserrat"/>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256">
          <p15:clr>
            <a:srgbClr val="EA4335"/>
          </p15:clr>
        </p15:guide>
        <p15:guide id="2" orient="horz" pos="3025">
          <p15:clr>
            <a:srgbClr val="EA4335"/>
          </p15:clr>
        </p15:guide>
        <p15:guide id="3" pos="5503">
          <p15:clr>
            <a:srgbClr val="EA4335"/>
          </p15:clr>
        </p15:guide>
        <p15:guide id="4" orient="horz" pos="2693">
          <p15:clr>
            <a:srgbClr val="EA4335"/>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9"/>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Predicting DEM label-free</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Same physics, different training signal</a:t>
            </a:r>
          </a:p>
        </p:txBody>
      </p:sp>
      <p:sp>
        <p:nvSpPr>
          <p:cNvPr id="3" name="TextBox 2"/>
          <p:cNvSpPr txBox="1"/>
          <p:nvPr/>
        </p:nvSpPr>
        <p:spPr>
          <a:xfrm>
            <a:off x="365760" y="914400"/>
            <a:ext cx="8412480" cy="365760"/>
          </a:xfrm>
          <a:prstGeom prst="rect">
            <a:avLst/>
          </a:prstGeom>
          <a:noFill/>
        </p:spPr>
        <p:txBody>
          <a:bodyPr wrap="square" anchor="t" lIns="0" rIns="0" tIns="0" bIns="0">
            <a:spAutoFit/>
          </a:bodyPr>
          <a:lstStyle/>
          <a:p>
            <a:pPr algn="l">
              <a:spcAft>
                <a:spcPts val="600"/>
              </a:spcAft>
            </a:pPr>
            <a:r>
              <a:rPr sz="1250" b="0" i="0">
                <a:solidFill>
                  <a:srgbClr val="333333"/>
                </a:solidFill>
              </a:rPr>
              <a:t>Solvers (BP, ElasticNet) run one optimisation per pixel: accurate, but slow at full resolution.</a:t>
            </a:r>
          </a:p>
        </p:txBody>
      </p:sp>
      <p:sp>
        <p:nvSpPr>
          <p:cNvPr id="4" name="TextBox 3"/>
          <p:cNvSpPr txBox="1"/>
          <p:nvPr/>
        </p:nvSpPr>
        <p:spPr>
          <a:xfrm>
            <a:off x="365760" y="1536192"/>
            <a:ext cx="1325880" cy="548640"/>
          </a:xfrm>
          <a:prstGeom prst="rect">
            <a:avLst/>
          </a:prstGeom>
          <a:noFill/>
        </p:spPr>
        <p:txBody>
          <a:bodyPr wrap="square" anchor="t" lIns="0" rIns="0" tIns="0" bIns="0">
            <a:spAutoFit/>
          </a:bodyPr>
          <a:lstStyle/>
          <a:p>
            <a:pPr algn="l">
              <a:spcAft>
                <a:spcPts val="200"/>
              </a:spcAft>
            </a:pPr>
            <a:r>
              <a:rPr sz="1250" b="1" i="0">
                <a:solidFill>
                  <a:srgbClr val="57068C"/>
                </a:solidFill>
              </a:rPr>
              <a:t>Supervised</a:t>
            </a:r>
          </a:p>
          <a:p>
            <a:pPr algn="l">
              <a:spcAft>
                <a:spcPts val="200"/>
              </a:spcAft>
            </a:pPr>
            <a:r>
              <a:rPr sz="1000" b="0" i="0">
                <a:solidFill>
                  <a:srgbClr val="6B6B6B"/>
                </a:solidFill>
              </a:rPr>
              <a:t>learns the solver's DEMs</a:t>
            </a:r>
          </a:p>
        </p:txBody>
      </p:sp>
      <p:sp>
        <p:nvSpPr>
          <p:cNvPr id="5" name="Rounded Rectangle 4"/>
          <p:cNvSpPr/>
          <p:nvPr/>
        </p:nvSpPr>
        <p:spPr>
          <a:xfrm>
            <a:off x="1783080" y="146304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6" name="Rounded Rectangle 5"/>
          <p:cNvSpPr/>
          <p:nvPr/>
        </p:nvSpPr>
        <p:spPr>
          <a:xfrm>
            <a:off x="3090672" y="1463040"/>
            <a:ext cx="1051560" cy="6400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Network</a:t>
            </a:r>
          </a:p>
        </p:txBody>
      </p:sp>
      <p:sp>
        <p:nvSpPr>
          <p:cNvPr id="7" name="Rounded Rectangle 6"/>
          <p:cNvSpPr/>
          <p:nvPr/>
        </p:nvSpPr>
        <p:spPr>
          <a:xfrm>
            <a:off x="4398264" y="146304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p:txBody>
      </p:sp>
      <p:cxnSp>
        <p:nvCxnSpPr>
          <p:cNvPr id="8" name="Connector 7"/>
          <p:cNvCxnSpPr/>
          <p:nvPr/>
        </p:nvCxnSpPr>
        <p:spPr>
          <a:xfrm>
            <a:off x="2834640" y="178308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42232" y="178308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016752" y="1463040"/>
            <a:ext cx="1051560" cy="640080"/>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Solver's DEM</a:t>
            </a:r>
          </a:p>
          <a:p>
            <a:pPr algn="ctr"/>
            <a:r>
              <a:rPr sz="900">
                <a:solidFill>
                  <a:srgbClr val="333333"/>
                </a:solidFill>
              </a:rPr>
              <a:t>label</a:t>
            </a:r>
          </a:p>
        </p:txBody>
      </p:sp>
      <p:cxnSp>
        <p:nvCxnSpPr>
          <p:cNvPr id="11" name="Connector 10"/>
          <p:cNvCxnSpPr/>
          <p:nvPr/>
        </p:nvCxnSpPr>
        <p:spPr>
          <a:xfrm>
            <a:off x="5449824" y="1783080"/>
            <a:ext cx="566928"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522976" y="1664208"/>
            <a:ext cx="420624" cy="237744"/>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900" b="1">
                <a:solidFill>
                  <a:srgbClr val="57068C"/>
                </a:solidFill>
              </a:rPr>
              <a:t>loss</a:t>
            </a:r>
          </a:p>
        </p:txBody>
      </p:sp>
      <p:sp>
        <p:nvSpPr>
          <p:cNvPr id="13" name="TextBox 12"/>
          <p:cNvSpPr txBox="1"/>
          <p:nvPr/>
        </p:nvSpPr>
        <p:spPr>
          <a:xfrm>
            <a:off x="365760" y="2633472"/>
            <a:ext cx="1325880" cy="548640"/>
          </a:xfrm>
          <a:prstGeom prst="rect">
            <a:avLst/>
          </a:prstGeom>
          <a:noFill/>
        </p:spPr>
        <p:txBody>
          <a:bodyPr wrap="square" anchor="t" lIns="0" rIns="0" tIns="0" bIns="0">
            <a:spAutoFit/>
          </a:bodyPr>
          <a:lstStyle/>
          <a:p>
            <a:pPr algn="l">
              <a:spcAft>
                <a:spcPts val="200"/>
              </a:spcAft>
            </a:pPr>
            <a:r>
              <a:rPr sz="1250" b="1" i="0">
                <a:solidFill>
                  <a:srgbClr val="57068C"/>
                </a:solidFill>
              </a:rPr>
              <a:t>Label-free (ours)</a:t>
            </a:r>
          </a:p>
          <a:p>
            <a:pPr algn="l">
              <a:spcAft>
                <a:spcPts val="200"/>
              </a:spcAft>
            </a:pPr>
            <a:r>
              <a:rPr sz="1000" b="0" i="0">
                <a:solidFill>
                  <a:srgbClr val="6B6B6B"/>
                </a:solidFill>
              </a:rPr>
              <a:t>learns the solver's objective</a:t>
            </a:r>
          </a:p>
        </p:txBody>
      </p:sp>
      <p:sp>
        <p:nvSpPr>
          <p:cNvPr id="14" name="Rounded Rectangle 13"/>
          <p:cNvSpPr/>
          <p:nvPr/>
        </p:nvSpPr>
        <p:spPr>
          <a:xfrm>
            <a:off x="1783080"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15" name="Rounded Rectangle 14"/>
          <p:cNvSpPr/>
          <p:nvPr/>
        </p:nvSpPr>
        <p:spPr>
          <a:xfrm>
            <a:off x="3090672" y="2560320"/>
            <a:ext cx="1051560" cy="6400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Network</a:t>
            </a:r>
          </a:p>
        </p:txBody>
      </p:sp>
      <p:sp>
        <p:nvSpPr>
          <p:cNvPr id="16" name="Rounded Rectangle 15"/>
          <p:cNvSpPr/>
          <p:nvPr/>
        </p:nvSpPr>
        <p:spPr>
          <a:xfrm>
            <a:off x="4398264"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p:txBody>
      </p:sp>
      <p:sp>
        <p:nvSpPr>
          <p:cNvPr id="17" name="Rounded Rectangle 16"/>
          <p:cNvSpPr/>
          <p:nvPr/>
        </p:nvSpPr>
        <p:spPr>
          <a:xfrm>
            <a:off x="5705856"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Predicted AIA</a:t>
            </a:r>
          </a:p>
          <a:p>
            <a:pPr algn="ctr"/>
            <a:r>
              <a:rPr sz="900">
                <a:solidFill>
                  <a:srgbClr val="333333"/>
                </a:solidFill>
              </a:rPr>
              <a:t>via response R</a:t>
            </a:r>
          </a:p>
        </p:txBody>
      </p:sp>
      <p:cxnSp>
        <p:nvCxnSpPr>
          <p:cNvPr id="18" name="Connector 17"/>
          <p:cNvCxnSpPr/>
          <p:nvPr/>
        </p:nvCxnSpPr>
        <p:spPr>
          <a:xfrm>
            <a:off x="2834640"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142232"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449824"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324344" y="2560320"/>
            <a:ext cx="1051560" cy="640080"/>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Observed AIA</a:t>
            </a:r>
          </a:p>
          <a:p>
            <a:pPr algn="ctr"/>
            <a:r>
              <a:rPr sz="900">
                <a:solidFill>
                  <a:srgbClr val="333333"/>
                </a:solidFill>
              </a:rPr>
              <a:t>6 channels</a:t>
            </a:r>
          </a:p>
        </p:txBody>
      </p:sp>
      <p:cxnSp>
        <p:nvCxnSpPr>
          <p:cNvPr id="22" name="Connector 21"/>
          <p:cNvCxnSpPr/>
          <p:nvPr/>
        </p:nvCxnSpPr>
        <p:spPr>
          <a:xfrm>
            <a:off x="6757416" y="2880360"/>
            <a:ext cx="566928"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830568" y="2761488"/>
            <a:ext cx="420624" cy="237744"/>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900" b="1">
                <a:solidFill>
                  <a:srgbClr val="57068C"/>
                </a:solidFill>
              </a:rPr>
              <a:t>loss</a:t>
            </a:r>
          </a:p>
        </p:txBody>
      </p:sp>
      <p:sp>
        <p:nvSpPr>
          <p:cNvPr id="24" name="TextBox 23"/>
          <p:cNvSpPr txBox="1"/>
          <p:nvPr/>
        </p:nvSpPr>
        <p:spPr>
          <a:xfrm>
            <a:off x="365760" y="3566160"/>
            <a:ext cx="8412480" cy="457200"/>
          </a:xfrm>
          <a:prstGeom prst="rect">
            <a:avLst/>
          </a:prstGeom>
          <a:noFill/>
        </p:spPr>
        <p:txBody>
          <a:bodyPr wrap="square" anchor="t" lIns="0" rIns="0" tIns="0" bIns="0">
            <a:spAutoFit/>
          </a:bodyPr>
          <a:lstStyle/>
          <a:p>
            <a:pPr algn="l">
              <a:spcAft>
                <a:spcPts val="600"/>
              </a:spcAft>
            </a:pPr>
            <a:r>
              <a:rPr sz="1250" b="1" i="0">
                <a:solidFill>
                  <a:srgbClr val="57068C"/>
                </a:solidFill>
              </a:rPr>
              <a:t>We never train on the solver's DEMs; we use them only to evaluate.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model: a small MLP feeding a fixed forward model</a:t>
            </a:r>
          </a:p>
        </p:txBody>
      </p:sp>
      <p:sp>
        <p:nvSpPr>
          <p:cNvPr id="3" name="Rounded Rectangle 2"/>
          <p:cNvSpPr/>
          <p:nvPr/>
        </p:nvSpPr>
        <p:spPr>
          <a:xfrm>
            <a:off x="36576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Observed AIA</a:t>
            </a:r>
          </a:p>
          <a:p>
            <a:pPr algn="ctr"/>
            <a:r>
              <a:rPr sz="1000">
                <a:solidFill>
                  <a:srgbClr val="333333"/>
                </a:solidFill>
              </a:rPr>
              <a:t>6 channels</a:t>
            </a:r>
          </a:p>
        </p:txBody>
      </p:sp>
      <p:sp>
        <p:nvSpPr>
          <p:cNvPr id="4" name="Rounded Rectangle 3"/>
          <p:cNvSpPr/>
          <p:nvPr/>
        </p:nvSpPr>
        <p:spPr>
          <a:xfrm>
            <a:off x="2125980" y="1188720"/>
            <a:ext cx="1371600" cy="8686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FFFFFF"/>
                </a:solidFill>
              </a:rPr>
              <a:t>MLP</a:t>
            </a:r>
          </a:p>
          <a:p>
            <a:pPr algn="ctr"/>
            <a:r>
              <a:rPr sz="1000">
                <a:solidFill>
                  <a:srgbClr val="FFFFFF"/>
                </a:solidFill>
              </a:rPr>
              <a:t>176k params</a:t>
            </a:r>
          </a:p>
        </p:txBody>
      </p:sp>
      <p:sp>
        <p:nvSpPr>
          <p:cNvPr id="5" name="Rounded Rectangle 4"/>
          <p:cNvSpPr/>
          <p:nvPr/>
        </p:nvSpPr>
        <p:spPr>
          <a:xfrm>
            <a:off x="388620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Basis weights</a:t>
            </a:r>
          </a:p>
          <a:p>
            <a:pPr algn="ctr"/>
            <a:r>
              <a:rPr sz="1000">
                <a:solidFill>
                  <a:srgbClr val="333333"/>
                </a:solidFill>
              </a:rPr>
              <a:t>54, all ≥ 0</a:t>
            </a:r>
          </a:p>
        </p:txBody>
      </p:sp>
      <p:sp>
        <p:nvSpPr>
          <p:cNvPr id="6" name="Rounded Rectangle 5"/>
          <p:cNvSpPr/>
          <p:nvPr/>
        </p:nvSpPr>
        <p:spPr>
          <a:xfrm>
            <a:off x="564642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DEM</a:t>
            </a:r>
          </a:p>
          <a:p>
            <a:pPr algn="ctr"/>
            <a:r>
              <a:rPr sz="1000">
                <a:solidFill>
                  <a:srgbClr val="333333"/>
                </a:solidFill>
              </a:rPr>
              <a:t>18 bins, logT 5.5–7.2</a:t>
            </a:r>
          </a:p>
        </p:txBody>
      </p:sp>
      <p:sp>
        <p:nvSpPr>
          <p:cNvPr id="7" name="Rounded Rectangle 6"/>
          <p:cNvSpPr/>
          <p:nvPr/>
        </p:nvSpPr>
        <p:spPr>
          <a:xfrm>
            <a:off x="740664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Predicted AIA</a:t>
            </a:r>
          </a:p>
          <a:p>
            <a:pPr algn="ctr"/>
            <a:r>
              <a:rPr sz="1000">
                <a:solidFill>
                  <a:srgbClr val="333333"/>
                </a:solidFill>
              </a:rPr>
              <a:t>via response R</a:t>
            </a:r>
          </a:p>
        </p:txBody>
      </p:sp>
      <p:cxnSp>
        <p:nvCxnSpPr>
          <p:cNvPr id="8" name="Connector 7"/>
          <p:cNvCxnSpPr/>
          <p:nvPr/>
        </p:nvCxnSpPr>
        <p:spPr>
          <a:xfrm>
            <a:off x="173736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49758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25780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01802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125980" y="2514600"/>
            <a:ext cx="6652260" cy="548640"/>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57068C"/>
                </a:solidFill>
              </a:rPr>
              <a:t>Loss: the solver's objective, predicted against observed AIA</a:t>
            </a:r>
          </a:p>
        </p:txBody>
      </p:sp>
      <p:cxnSp>
        <p:nvCxnSpPr>
          <p:cNvPr id="13" name="Connector 12"/>
          <p:cNvCxnSpPr/>
          <p:nvPr/>
        </p:nvCxnSpPr>
        <p:spPr>
          <a:xfrm>
            <a:off x="8092440" y="2057400"/>
            <a:ext cx="0" cy="45720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51560" y="2057400"/>
            <a:ext cx="0" cy="731520"/>
          </a:xfrm>
          <a:prstGeom prst="line">
            <a:avLst/>
          </a:prstGeom>
          <a:ln w="19050">
            <a:solidFill>
              <a:srgbClr val="57068C"/>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51560" y="2788920"/>
            <a:ext cx="10744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65760" y="3246120"/>
            <a:ext cx="8412480" cy="1097280"/>
          </a:xfrm>
          <a:prstGeom prst="rect">
            <a:avLst/>
          </a:prstGeom>
          <a:noFill/>
        </p:spPr>
        <p:txBody>
          <a:bodyPr wrap="square" anchor="t" lIns="0" rIns="0" tIns="0" bIns="0">
            <a:spAutoFit/>
          </a:bodyPr>
          <a:lstStyle/>
          <a:p>
            <a:pPr algn="l" marL="182880" indent="-182880">
              <a:spcAft>
                <a:spcPts val="600"/>
              </a:spcAft>
              <a:buClr>
                <a:srgbClr val="333333"/>
              </a:buClr>
              <a:buChar char="•"/>
            </a:pPr>
            <a:r>
              <a:rPr sz="1250" b="0" i="0">
                <a:solidFill>
                  <a:srgbClr val="333333"/>
                </a:solidFill>
              </a:rPr>
              <a:t>6 log-intensities in; 4 hidden layers of 232, SiLU; 54 non-negative basis weights out.</a:t>
            </a:r>
          </a:p>
          <a:p>
            <a:pPr algn="l" marL="182880" indent="-182880">
              <a:spcAft>
                <a:spcPts val="600"/>
              </a:spcAft>
              <a:buClr>
                <a:srgbClr val="333333"/>
              </a:buClr>
              <a:buChar char="•"/>
            </a:pPr>
            <a:r>
              <a:rPr sz="1250" b="0" i="0">
                <a:solidFill>
                  <a:srgbClr val="333333"/>
                </a:solidFill>
              </a:rPr>
              <a:t>DEM = B·w and predicted AIA = R·DEM, with B and R fixed: only the MLP is learned.</a:t>
            </a:r>
          </a:p>
          <a:p>
            <a:pPr algn="l" marL="182880" indent="-182880">
              <a:spcAft>
                <a:spcPts val="600"/>
              </a:spcAft>
              <a:buClr>
                <a:srgbClr val="333333"/>
              </a:buClr>
              <a:buChar char="•"/>
            </a:pPr>
            <a:r>
              <a:rPr sz="1250" b="0" i="0">
                <a:solidFill>
                  <a:srgbClr val="333333"/>
                </a:solidFill>
              </a:rPr>
              <a:t>176k parameters; one forward pass per pixel.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loss is the solver's own objective</a:t>
            </a:r>
          </a:p>
        </p:txBody>
      </p:sp>
      <p:sp>
        <p:nvSpPr>
          <p:cNvPr id="3" name="Rounded Rectangle 2"/>
          <p:cNvSpPr/>
          <p:nvPr/>
        </p:nvSpPr>
        <p:spPr>
          <a:xfrm>
            <a:off x="365760" y="9144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241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BP track</a:t>
            </a:r>
          </a:p>
        </p:txBody>
      </p:sp>
      <p:sp>
        <p:nvSpPr>
          <p:cNvPr id="5" name="TextBox 4"/>
          <p:cNvSpPr txBox="1"/>
          <p:nvPr/>
        </p:nvSpPr>
        <p:spPr>
          <a:xfrm>
            <a:off x="548640" y="13258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Σ</a:t>
            </a:r>
            <a:r>
              <a:rPr sz="1300" b="0" i="0" baseline="-25000">
                <a:solidFill>
                  <a:srgbClr val="333333"/>
                </a:solidFill>
                <a:latin typeface="Cambria"/>
              </a:rPr>
              <a:t>c</a:t>
            </a:r>
            <a:r>
              <a:rPr sz="1300" b="0" i="0">
                <a:solidFill>
                  <a:srgbClr val="333333"/>
                </a:solidFill>
                <a:latin typeface="Cambria"/>
              </a:rPr>
              <a:t> [ max(0,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  +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p>
        </p:txBody>
      </p:sp>
      <p:sp>
        <p:nvSpPr>
          <p:cNvPr id="6" name="TextBox 5"/>
          <p:cNvSpPr txBox="1"/>
          <p:nvPr/>
        </p:nvSpPr>
        <p:spPr>
          <a:xfrm>
            <a:off x="548640" y="17190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Zero inside the noise band (t = 1.4), quadratic outside.</a:t>
            </a:r>
          </a:p>
          <a:p>
            <a:pPr algn="l" marL="182880" indent="-182880">
              <a:spcAft>
                <a:spcPts val="200"/>
              </a:spcAft>
              <a:buClr>
                <a:srgbClr val="333333"/>
              </a:buClr>
              <a:buChar char="•"/>
            </a:pPr>
            <a:r>
              <a:rPr sz="1050" b="0" i="0">
                <a:solidFill>
                  <a:srgbClr val="333333"/>
                </a:solidFill>
              </a:rPr>
              <a:t>Then the L1 term picks the sparsest DEM that fits: BP's criterion.</a:t>
            </a:r>
          </a:p>
        </p:txBody>
      </p:sp>
      <p:sp>
        <p:nvSpPr>
          <p:cNvPr id="7" name="Rounded Rectangle 6"/>
          <p:cNvSpPr/>
          <p:nvPr/>
        </p:nvSpPr>
        <p:spPr>
          <a:xfrm>
            <a:off x="365760" y="25146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6243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ElasticNet track</a:t>
            </a:r>
          </a:p>
        </p:txBody>
      </p:sp>
      <p:sp>
        <p:nvSpPr>
          <p:cNvPr id="9" name="TextBox 8"/>
          <p:cNvSpPr txBox="1"/>
          <p:nvPr/>
        </p:nvSpPr>
        <p:spPr>
          <a:xfrm>
            <a:off x="548640" y="29260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(1/2C) Σ</a:t>
            </a:r>
            <a:r>
              <a:rPr sz="1300" b="0" i="0" baseline="-25000">
                <a:solidFill>
                  <a:srgbClr val="333333"/>
                </a:solidFill>
                <a:latin typeface="Cambria"/>
              </a:rPr>
              <a:t>c</a:t>
            </a:r>
            <a:r>
              <a:rPr sz="1300" b="0" i="0">
                <a:solidFill>
                  <a:srgbClr val="333333"/>
                </a:solidFill>
                <a:latin typeface="Cambria"/>
              </a:rPr>
              <a:t> [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  +  αλ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  +  ½α(1−λ)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²</a:t>
            </a:r>
          </a:p>
        </p:txBody>
      </p:sp>
      <p:sp>
        <p:nvSpPr>
          <p:cNvPr id="10" name="TextBox 9"/>
          <p:cNvSpPr txBox="1"/>
          <p:nvPr/>
        </p:nvSpPr>
        <p:spPr>
          <a:xfrm>
            <a:off x="548640" y="33192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The solver's settings: α = 0.001, λ = 0.5, C = 6.</a:t>
            </a:r>
          </a:p>
        </p:txBody>
      </p:sp>
      <p:sp>
        <p:nvSpPr>
          <p:cNvPr id="11" name="TextBox 10"/>
          <p:cNvSpPr txBox="1"/>
          <p:nvPr/>
        </p:nvSpPr>
        <p:spPr>
          <a:xfrm>
            <a:off x="365760" y="4160520"/>
            <a:ext cx="5029200" cy="274320"/>
          </a:xfrm>
          <a:prstGeom prst="rect">
            <a:avLst/>
          </a:prstGeom>
          <a:noFill/>
        </p:spPr>
        <p:txBody>
          <a:bodyPr wrap="square" anchor="t" lIns="0" rIns="0" tIns="0" bIns="0">
            <a:spAutoFit/>
          </a:bodyPr>
          <a:lstStyle/>
          <a:p>
            <a:pPr algn="l">
              <a:spcAft>
                <a:spcPts val="600"/>
              </a:spcAft>
            </a:pPr>
            <a:r>
              <a:rPr sz="1100" b="0" i="0">
                <a:solidFill>
                  <a:srgbClr val="6B6B6B"/>
                </a:solidFill>
              </a:rPr>
              <a:t>In both: ŷ = R·B·w, with w ≥ 0.</a:t>
            </a:r>
          </a:p>
        </p:txBody>
      </p:sp>
      <p:pic>
        <p:nvPicPr>
          <p:cNvPr id="12" name="Picture 11" descr="band_penalty.png"/>
          <p:cNvPicPr>
            <a:picLocks noChangeAspect="1"/>
          </p:cNvPicPr>
          <p:nvPr/>
        </p:nvPicPr>
        <p:blipFill>
          <a:blip r:embed="rId3"/>
          <a:stretch>
            <a:fillRect/>
          </a:stretch>
        </p:blipFill>
        <p:spPr>
          <a:xfrm>
            <a:off x="5623560" y="1221959"/>
            <a:ext cx="3154680" cy="2128082"/>
          </a:xfrm>
          <a:prstGeom prst="rect">
            <a:avLst/>
          </a:prstGeom>
        </p:spPr>
      </p:pic>
      <p:sp>
        <p:nvSpPr>
          <p:cNvPr id="13" name="TextBox 12"/>
          <p:cNvSpPr txBox="1"/>
          <p:nvPr/>
        </p:nvSpPr>
        <p:spPr>
          <a:xfrm>
            <a:off x="5623560" y="3429000"/>
            <a:ext cx="3154680" cy="274320"/>
          </a:xfrm>
          <a:prstGeom prst="rect">
            <a:avLst/>
          </a:prstGeom>
          <a:noFill/>
        </p:spPr>
        <p:txBody>
          <a:bodyPr wrap="square" anchor="t" lIns="0" rIns="0" tIns="0" bIns="0">
            <a:spAutoFit/>
          </a:bodyPr>
          <a:lstStyle/>
          <a:p>
            <a:pPr algn="l">
              <a:spcAft>
                <a:spcPts val="0"/>
              </a:spcAft>
            </a:pPr>
            <a:r>
              <a:rPr sz="950" b="0" i="1">
                <a:solidFill>
                  <a:srgbClr val="6B6B6B"/>
                </a:solidFill>
              </a:rPr>
              <a:t>The BP band penalty for one channel.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Three routes to a DEM, compared on the same test</a:t>
            </a:r>
          </a:p>
        </p:txBody>
      </p:sp>
      <p:sp>
        <p:nvSpPr>
          <p:cNvPr id="3" name="TextBox 2"/>
          <p:cNvSpPr txBox="1"/>
          <p:nvPr/>
        </p:nvSpPr>
        <p:spPr>
          <a:xfrm>
            <a:off x="365760" y="1005840"/>
            <a:ext cx="8412480" cy="3017520"/>
          </a:xfrm>
          <a:prstGeom prst="rect">
            <a:avLst/>
          </a:prstGeom>
          <a:noFill/>
        </p:spPr>
        <p:txBody>
          <a:bodyPr wrap="square" anchor="t" lIns="0" rIns="0" tIns="0" bIns="0">
            <a:spAutoFit/>
          </a:bodyPr>
          <a:lstStyle/>
          <a:p>
            <a:pPr algn="l" marL="182880" indent="-182880">
              <a:spcAft>
                <a:spcPts val="1400"/>
              </a:spcAft>
              <a:buClr>
                <a:srgbClr val="333333"/>
              </a:buClr>
              <a:buChar char="•"/>
            </a:pPr>
            <a:r>
              <a:rPr sz="1400" b="1" i="0">
                <a:solidFill>
                  <a:srgbClr val="57068C"/>
                </a:solidFill>
              </a:rPr>
              <a:t>Solver (BP, ElasticNet): </a:t>
            </a:r>
            <a:r>
              <a:rPr sz="1400" b="0" i="0">
                <a:solidFill>
                  <a:srgbClr val="333333"/>
                </a:solidFill>
              </a:rPr>
              <a:t>optimises its objective for each pixel. This is the reference.</a:t>
            </a:r>
          </a:p>
          <a:p>
            <a:pPr algn="l" marL="182880" indent="-182880">
              <a:spcAft>
                <a:spcPts val="1400"/>
              </a:spcAft>
              <a:buClr>
                <a:srgbClr val="333333"/>
              </a:buClr>
              <a:buChar char="•"/>
            </a:pPr>
            <a:r>
              <a:rPr sz="1400" b="1" i="0">
                <a:solidFill>
                  <a:srgbClr val="57068C"/>
                </a:solidFill>
              </a:rPr>
              <a:t>Supervised network: </a:t>
            </a:r>
            <a:r>
              <a:rPr sz="1400" b="0" i="0">
                <a:solidFill>
                  <a:srgbClr val="333333"/>
                </a:solidFill>
              </a:rPr>
              <a:t>learns to predict the solver's DEMs, so it needs them as labels.</a:t>
            </a:r>
          </a:p>
          <a:p>
            <a:pPr algn="l" marL="182880" indent="-182880">
              <a:spcAft>
                <a:spcPts val="1400"/>
              </a:spcAft>
              <a:buClr>
                <a:srgbClr val="333333"/>
              </a:buClr>
              <a:buChar char="•"/>
            </a:pPr>
            <a:r>
              <a:rPr sz="1400" b="1" i="0">
                <a:solidFill>
                  <a:srgbClr val="57068C"/>
                </a:solidFill>
              </a:rPr>
              <a:t>Label-free network (ours): </a:t>
            </a:r>
            <a:r>
              <a:rPr sz="1400" b="0" i="0">
                <a:solidFill>
                  <a:srgbClr val="333333"/>
                </a:solidFill>
              </a:rPr>
              <a:t>learns to minimise the solver's objective, with no labels.</a:t>
            </a:r>
          </a:p>
          <a:p>
            <a:pPr algn="l" marL="182880" indent="-182880">
              <a:spcAft>
                <a:spcPts val="1400"/>
              </a:spcAft>
              <a:buClr>
                <a:srgbClr val="333333"/>
              </a:buClr>
              <a:buChar char="•"/>
            </a:pPr>
            <a:r>
              <a:rPr sz="1400" b="1" i="0">
                <a:solidFill>
                  <a:srgbClr val="57068C"/>
                </a:solidFill>
              </a:rPr>
              <a:t>Same test for all: </a:t>
            </a:r>
            <a:r>
              <a:rPr sz="1400" b="0" i="0">
                <a:solidFill>
                  <a:srgbClr val="333333"/>
                </a:solidFill>
              </a:rPr>
              <a:t>153 days never seen in training, identical pixels. DEM metrics against the solver; AIA reconstruction against the observation.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Six channels underdetermine the DEM: the regulariser picks it</a:t>
            </a:r>
          </a:p>
        </p:txBody>
      </p:sp>
      <p:sp>
        <p:nvSpPr>
          <p:cNvPr id="3" name="TextBox 2"/>
          <p:cNvSpPr txBox="1"/>
          <p:nvPr/>
        </p:nvSpPr>
        <p:spPr>
          <a:xfrm>
            <a:off x="365760" y="914400"/>
            <a:ext cx="8412480" cy="1371600"/>
          </a:xfrm>
          <a:prstGeom prst="rect">
            <a:avLst/>
          </a:prstGeom>
          <a:noFill/>
        </p:spPr>
        <p:txBody>
          <a:bodyPr wrap="square" anchor="t" lIns="0" rIns="0" tIns="0" bIns="0">
            <a:spAutoFit/>
          </a:bodyPr>
          <a:lstStyle/>
          <a:p>
            <a:pPr algn="l" marL="182880" indent="-182880">
              <a:spcAft>
                <a:spcPts val="500"/>
              </a:spcAft>
              <a:buClr>
                <a:srgbClr val="333333"/>
              </a:buClr>
              <a:buChar char="•"/>
            </a:pPr>
            <a:r>
              <a:rPr sz="1250" b="0" i="0">
                <a:solidFill>
                  <a:srgbClr val="333333"/>
                </a:solidFill>
              </a:rPr>
              <a:t>Before any network: five losses optimised directly, pixel by pixel, on 4 timestamps, each compared with BP.</a:t>
            </a:r>
          </a:p>
          <a:p>
            <a:pPr algn="l" marL="182880" indent="-182880">
              <a:spcAft>
                <a:spcPts val="500"/>
              </a:spcAft>
              <a:buClr>
                <a:srgbClr val="333333"/>
              </a:buClr>
              <a:buChar char="•"/>
            </a:pPr>
            <a:r>
              <a:rPr sz="1250" b="0" i="0">
                <a:solidFill>
                  <a:srgbClr val="333333"/>
                </a:solidFill>
              </a:rPr>
              <a:t>Fit-only losses (χ² + smoothness, max entropy, Tikhonov) reconstruct AIA ~12x better than BP, yet land ~5x further from its DEM.</a:t>
            </a:r>
          </a:p>
          <a:p>
            <a:pPr algn="l" marL="182880" indent="-182880">
              <a:spcAft>
                <a:spcPts val="500"/>
              </a:spcAft>
              <a:buClr>
                <a:srgbClr val="333333"/>
              </a:buClr>
              <a:buChar char="•"/>
            </a:pPr>
            <a:r>
              <a:rPr sz="1250" b="0" i="0">
                <a:solidFill>
                  <a:srgbClr val="333333"/>
                </a:solidFill>
              </a:rPr>
              <a:t>BP's own terms (noise band + L1) land on BP's DEM: MAE 0.03 vs 0.18–0.20.</a:t>
            </a:r>
          </a:p>
        </p:txBody>
      </p:sp>
      <p:pic>
        <p:nvPicPr>
          <p:cNvPr id="4" name="Picture 3" descr="loss_pixels.png"/>
          <p:cNvPicPr>
            <a:picLocks noChangeAspect="1"/>
          </p:cNvPicPr>
          <p:nvPr/>
        </p:nvPicPr>
        <p:blipFill>
          <a:blip r:embed="rId3"/>
          <a:stretch>
            <a:fillRect/>
          </a:stretch>
        </p:blipFill>
        <p:spPr>
          <a:xfrm>
            <a:off x="365760" y="1949398"/>
            <a:ext cx="8412480" cy="1807060"/>
          </a:xfrm>
          <a:prstGeom prst="rect">
            <a:avLst/>
          </a:prstGeom>
        </p:spPr>
      </p:pic>
      <p:sp>
        <p:nvSpPr>
          <p:cNvPr id="5" name="TextBox 4"/>
          <p:cNvSpPr txBox="1"/>
          <p:nvPr/>
        </p:nvSpPr>
        <p:spPr>
          <a:xfrm>
            <a:off x="365760" y="3794760"/>
            <a:ext cx="8412480" cy="274320"/>
          </a:xfrm>
          <a:prstGeom prst="rect">
            <a:avLst/>
          </a:prstGeom>
          <a:noFill/>
        </p:spPr>
        <p:txBody>
          <a:bodyPr wrap="square" anchor="t" lIns="0" rIns="0" tIns="0" bIns="0">
            <a:spAutoFit/>
          </a:bodyPr>
          <a:lstStyle/>
          <a:p>
            <a:pPr algn="l">
              <a:spcAft>
                <a:spcPts val="0"/>
              </a:spcAft>
            </a:pPr>
            <a:r>
              <a:rPr sz="950" b="0" i="1">
                <a:solidFill>
                  <a:srgbClr val="6B6B6B"/>
                </a:solidFill>
              </a:rPr>
              <a:t>Two example pixels; BP in black. Legend MAE is AIA reconstruction error.</a:t>
            </a:r>
          </a:p>
        </p:txBody>
      </p:sp>
      <p:sp>
        <p:nvSpPr>
          <p:cNvPr id="6" name="TextBox 5"/>
          <p:cNvSpPr txBox="1"/>
          <p:nvPr/>
        </p:nvSpPr>
        <p:spPr>
          <a:xfrm>
            <a:off x="365760" y="4114800"/>
            <a:ext cx="8412480" cy="274320"/>
          </a:xfrm>
          <a:prstGeom prst="rect">
            <a:avLst/>
          </a:prstGeom>
          <a:noFill/>
        </p:spPr>
        <p:txBody>
          <a:bodyPr wrap="square" anchor="t" lIns="0" rIns="0" tIns="0" bIns="0">
            <a:spAutoFit/>
          </a:bodyPr>
          <a:lstStyle/>
          <a:p>
            <a:pPr algn="l">
              <a:spcAft>
                <a:spcPts val="600"/>
              </a:spcAft>
            </a:pPr>
            <a:r>
              <a:rPr sz="1250" b="1" i="0">
                <a:solidFill>
                  <a:srgbClr val="57068C"/>
                </a:solidFill>
              </a:rPr>
              <a:t>So the network has to train on the solver's objective, not on fit.</a:t>
            </a:r>
          </a:p>
        </p:txBody>
      </p:sp>
    </p:spTree>
  </p:cSld>
  <p:clrMapOvr>
    <a:masterClrMapping/>
  </p:clrMapOvr>
</p:sld>
</file>

<file path=ppt/theme/theme1.xml><?xml version="1.0" encoding="utf-8"?>
<a:theme xmlns:a="http://schemas.openxmlformats.org/drawingml/2006/main" xmlns:r="http://schemas.openxmlformats.org/officeDocument/2006/relationships" name="NYU Elegant">
  <a:themeElements>
    <a:clrScheme name="Simple Light">
      <a:dk1>
        <a:srgbClr val="57068C"/>
      </a:dk1>
      <a:lt1>
        <a:srgbClr val="FFFFFF"/>
      </a:lt1>
      <a:dk2>
        <a:srgbClr val="333333"/>
      </a:dk2>
      <a:lt2>
        <a:srgbClr val="E3DFE9"/>
      </a:lt2>
      <a:accent1>
        <a:srgbClr val="9A6ABA"/>
      </a:accent1>
      <a:accent2>
        <a:srgbClr val="330662"/>
      </a:accent2>
      <a:accent3>
        <a:srgbClr val="007E8A"/>
      </a:accent3>
      <a:accent4>
        <a:srgbClr val="E97300"/>
      </a:accent4>
      <a:accent5>
        <a:srgbClr val="799A05"/>
      </a:accent5>
      <a:accent6>
        <a:srgbClr val="C50F3C"/>
      </a:accent6>
      <a:hlink>
        <a:srgbClr val="57068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