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fixed sample was not a design choice at first: the sampler seeded each block's draw by the block alone, so every run reused the same pixels. Once found, we retrained both production models drawing fresh pixels every epoch, everything else identical: validation loss BP 2.156 to 2.237, ElasticNet 0.0582 to 0.0689, far beyond the 0.2 to 0.4% run-to-run spread; only ElasticNet's flare cores improved.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of Part 3 uses four images: two X-class flares, quiet Sun and moderate activity. The first MLP is the same architecture as today's production model, four hidden layers with SiLU and a softplus output, at width 256 with raw intensities as input. Its noise was put down at the time to the overlapping basis amplifying small weight errors, and to the problem's non-uniqueness. Its checkpoint was not kept, so there is no figure of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Capacity and setup were never fully separated: the 213k MLP took raw intensities, and at full scale a 176k MLP on log1p inputs is smooth.</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512 random pixels are drawn once from each of the 58,688 blocks(917*64), and that fixed ~30M-pixel sample is reused for 40 epochs.</a:t>
            </a:r>
          </a:p>
          <a:p>
            <a:pPr algn="l" marL="182880" indent="-182880">
              <a:spcAft>
                <a:spcPts val="700"/>
              </a:spcAft>
              <a:buClr>
                <a:srgbClr val="333333"/>
              </a:buClr>
              <a:buChar char="•"/>
            </a:pPr>
            <a:r>
              <a:rPr sz="1250" b="0" i="0">
                <a:solidFill>
                  <a:srgbClr val="333333"/>
                </a:solidFill>
              </a:rPr>
              <a:t>Redrawing the pixels every epoch did worse on validation (BP +4%, ElasticNet +18%), so we kept the fixed sample.</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drew noisy DEMs; a patch CNN fixed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(2011-09-06), quiet Sun (2012-06-03), moderate activity (2013-11-13), X1.6 flare (2014-09-10);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The loss converged, but per-pixel curves oscillated.</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Smooth, single-peaked curves at BP's temperatures,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patch_cnn.png"/>
          <p:cNvPicPr>
            <a:picLocks noChangeAspect="1"/>
          </p:cNvPicPr>
          <p:nvPr/>
        </p:nvPicPr>
        <p:blipFill>
          <a:blip r:embed="rId3"/>
          <a:stretch>
            <a:fillRect/>
          </a:stretch>
        </p:blipFill>
        <p:spPr>
          <a:xfrm>
            <a:off x="5723610" y="822960"/>
            <a:ext cx="2817420" cy="3200400"/>
          </a:xfrm>
          <a:prstGeom prst="rect">
            <a:avLst/>
          </a:prstGeom>
        </p:spPr>
      </p:pic>
      <p:sp>
        <p:nvSpPr>
          <p:cNvPr id="6" name="TextBox 5"/>
          <p:cNvSpPr txBox="1"/>
          <p:nvPr/>
        </p:nvSpPr>
        <p:spPr>
          <a:xfrm>
            <a:off x="5486400" y="406908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Patch CNN (dotted) vs BP, X2.1 flare image.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noise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A centre-pixel MLP this size was smooth too: the first MLP's noise was not about the neighbourhood.</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