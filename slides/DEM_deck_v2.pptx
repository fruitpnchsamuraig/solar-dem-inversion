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final models (one 360k MLP per track, fresh pixels) on the shared test set: 153 days never seen in training.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intensities in (log1p for BP; for ElasticNet the supervised model's encoding, square root then Fourier features), four hidden layers of 336 with SiLU, 54 non-negative basis weights out; DEM = B times w over 18 bins, logT 5.5 to 7.2; predicted AIA = R times DEM. 360k parameters, one forward pass per pixel. The size is chosen in Part 5.</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~1.5M parameters, fresh pixels, same 917 training days; scored on the 153 test days. The MLP is better on the training objective at every percentile and in every brightness decile on BP (median 0.98 vs 1.01, p99 17.9 vs 18.8, p99.9 51 vs 57). The CNN reconstructs BP's AIA slightly better. This is the fifth comparison;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Fresh-pixel sweep, every width scored on the full test set (results/plots/17_sweep_resample). We choose by validation loss, never by test numbers. BP validation: 2.148 at 360k (best), 2.155 at 1.43M (a tie within run-to-run noise), 2.167 at 722k, 2.237 at 176k. ElasticNet validation is best at 1.43M (0.0528), but its 722k and 1.43M models predict a few bright pixels orders of magnitude too bright (AIA MSE 41,849 and 908,611 against 650 at 360k); validation scores a fixed 512 pixels per block and never saw them. 10k collapsed and is left off the chart. Multi-peak recall is 22-26% from 42k up; the fixed-sample cliff below 176k does not reproduce. With the old fixed sample nothing above 176k helped; with fresh pixels size pays off up to 360k. Input encoding: BP validation 2.1472 with square root plus Fourier features against 2.1478 with log1p, a tie, so the simpler log1p stays; ElasticNet 0.0533 against 0.0575.</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Supervised wins the DEM-against-solver metric on BP. On ElasticNet, with the square-root plus Fourier input, we win all five, DEM MSE included (0.310 vs 0.318). On BP we win W1 and AIA MSE, and the BP DEM MSE is set by flare cores (Part 7).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0.026 vs 0.112, p90 3.5 vs 2.0, p99 71 vs 27. ElasticNet: median 0.85 vs 1.12, p99 30 vs 35, p99.9 102 vs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Peaks are counted on the zero-padded curve with prominence 0.15 times the maximum, over the full test set. Self-consistency: 80 multi-peaked bright pixels, 30 BP re-solves each under photon noise; our deviation from BP is 0.97 times BP's own re-solve scatter (0.70 at single-peaked pixels). On ElasticNet both models find most multi-peaked pixels: ours 82% recall at 87% precision, supervised 84% at 80%.</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match the solver: 99% of its emission, peak 101% as high, and 18% multi-peaked against the solver's 21%.</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ElasticNet our flare-core reconstruction matches the solver's (94 A: 0.53 vs 0.55; cool channels 0.97 vs 0.98 to 1.00) and beats the supervised model's (0.70 to 0.76 on the cool channels). On BP, the supervised model's square-root plus Fourier input does not fix flare cores either (94 A 0.15 vs 0.23),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360k-parameter MLP on one pixel's 6 intensities: one forward pass per pixel, no neighbourhood.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Beats the supervised model on ElasticNet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ElasticNet: better on every metric, DEM error included. BP: typical-pixel error 4× lower (median 0.026 vs 0.112).</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the open problem</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There our BP model misses the hot channels: a training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360k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intensities in (log1p for BP; √ + Fourier features for ElasticNet);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360k parameters (size chosen in Part 5);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at the old 176k size it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(one pixel in 5 million once made up 94% of a model's mean loss).</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360k parameters,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We choose by validation loss, never by the test set.</a:t>
            </a:r>
          </a:p>
          <a:p>
            <a:pPr algn="l" marL="182880" indent="-182880">
              <a:spcAft>
                <a:spcPts val="700"/>
              </a:spcAft>
              <a:buClr>
                <a:srgbClr val="333333"/>
              </a:buClr>
              <a:buChar char="•"/>
            </a:pPr>
            <a:r>
              <a:rPr sz="1150" b="0" i="0">
                <a:solidFill>
                  <a:srgbClr val="333333"/>
                </a:solidFill>
              </a:rPr>
              <a:t>BP: validation is best at 360k; 1.43M ties, but only nudges the typical pixel (0.026 → 0.023) at 4× the size and with worse tails.</a:t>
            </a:r>
          </a:p>
          <a:p>
            <a:pPr algn="l" marL="182880" indent="-182880">
              <a:spcAft>
                <a:spcPts val="700"/>
              </a:spcAft>
              <a:buClr>
                <a:srgbClr val="333333"/>
              </a:buClr>
              <a:buChar char="•"/>
            </a:pPr>
            <a:r>
              <a:rPr sz="1150" b="0" i="0">
                <a:solidFill>
                  <a:srgbClr val="333333"/>
                </a:solidFill>
              </a:rPr>
              <a:t>ElasticNet: from 722k up, a few bright pixels blow up by orders of magnitude; 360k is the largest stable size.</a:t>
            </a:r>
          </a:p>
          <a:p>
            <a:pPr algn="l" marL="182880" indent="-182880">
              <a:spcAft>
                <a:spcPts val="700"/>
              </a:spcAft>
              <a:buClr>
                <a:srgbClr val="333333"/>
              </a:buClr>
              <a:buChar char="•"/>
            </a:pPr>
            <a:r>
              <a:rPr sz="1150" b="0" i="0">
                <a:solidFill>
                  <a:srgbClr val="333333"/>
                </a:solidFill>
              </a:rPr>
              <a:t>Input, also by validation: log1p for BP (√ + Fourier ties); √ + Fourier features for ElasticNet (7% better).</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360k MLP per track; ElasticNet with the √ + Fourier input.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better on ElasticNet, behind on BP's DEM error</a:t>
            </a:r>
          </a:p>
        </p:txBody>
      </p:sp>
      <p:graphicFrame>
        <p:nvGraphicFramePr>
          <p:cNvPr id="3" name="Table 2"/>
          <p:cNvGraphicFramePr>
            <a:graphicFrameLocks noGrp="1"/>
          </p:cNvGraphicFramePr>
          <p:nvPr/>
        </p:nvGraphicFramePr>
        <p:xfrm>
          <a:off x="365760" y="1005840"/>
          <a:ext cx="8412476" cy="1920240"/>
        </p:xfrm>
        <a:graphic>
          <a:graphicData uri="http://schemas.openxmlformats.org/drawingml/2006/table">
            <a:tbl>
              <a:tblPr firstRow="1" bandRow="1"/>
              <a:tblGrid>
                <a:gridCol w="2503714"/>
                <a:gridCol w="1201782"/>
                <a:gridCol w="1201782"/>
                <a:gridCol w="1101634"/>
                <a:gridCol w="1201782"/>
                <a:gridCol w="1201782"/>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19.6%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161</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all five, DEM MSE included. BP: we win W1 and AIA MSE; the DEM error is set by flare cores (Part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0.026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~4×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~4×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on BP (p99: 27 vs 71).</a:t>
            </a:r>
          </a:p>
          <a:p>
            <a:pPr algn="l" marL="182880" indent="-182880">
              <a:spcAft>
                <a:spcPts val="1200"/>
              </a:spcAft>
              <a:buClr>
                <a:srgbClr val="333333"/>
              </a:buClr>
              <a:buChar char="•"/>
            </a:pPr>
            <a:r>
              <a:rPr sz="1300" b="0" i="0">
                <a:solidFill>
                  <a:srgbClr val="333333"/>
                </a:solidFill>
              </a:rPr>
              <a:t>ElasticNet: ours is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we find a quarter, within BP's own noise</a:t>
            </a:r>
          </a:p>
        </p:txBody>
      </p:sp>
      <p:graphicFrame>
        <p:nvGraphicFramePr>
          <p:cNvPr id="3" name="Table 2"/>
          <p:cNvGraphicFramePr>
            <a:graphicFrameLocks noGrp="1"/>
          </p:cNvGraphicFramePr>
          <p:nvPr/>
        </p:nvGraphicFramePr>
        <p:xfrm>
          <a:off x="365760" y="1005840"/>
          <a:ext cx="5669280" cy="1463040"/>
        </p:xfrm>
        <a:graphic>
          <a:graphicData uri="http://schemas.openxmlformats.org/drawingml/2006/table">
            <a:tbl>
              <a:tblPr firstRow="1" bandRow="1"/>
              <a:tblGrid>
                <a:gridCol w="1645920"/>
                <a:gridCol w="1828800"/>
                <a:gridCol w="1097280"/>
                <a:gridCol w="1097280"/>
              </a:tblGrid>
              <a:tr h="365760">
                <a:tc>
                  <a:txBody>
                    <a:bodyPr wrap="square"/>
                    <a:lstStyle/>
                    <a:p>
                      <a:pPr algn="l"/>
                      <a:r>
                        <a:rPr sz="12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20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697480"/>
            <a:ext cx="8412480" cy="12801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We flag few pixels and are right more often; the supervised model flags many and misses few.</a:t>
            </a:r>
          </a:p>
          <a:p>
            <a:pPr algn="l" marL="182880" indent="-182880">
              <a:spcAft>
                <a:spcPts val="600"/>
              </a:spcAft>
              <a:buClr>
                <a:srgbClr val="333333"/>
              </a:buClr>
              <a:buChar char="•"/>
            </a:pPr>
            <a:r>
              <a:rPr sz="1250" b="0" i="0">
                <a:solidFill>
                  <a:srgbClr val="333333"/>
                </a:solidFill>
              </a:rPr>
              <a:t>Where BP is multi-peaked, our gap from BP is the size of BP's own re-solve scatter (0.97×): re-solving under photon noise moves BP's answer as much.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Where the error is,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BP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90%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4% of our error (supervised 5.5%).</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BP, our gap grows with brightness; on ElasticNet we are ahead</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our error / supervised: 0.64 on the faintest pixels, 1.8 at 0.3–1×, 5 at 3–10×, 18 at 10–32×.</a:t>
            </a:r>
          </a:p>
          <a:p>
            <a:pPr algn="l" marL="182880" indent="-182880">
              <a:spcAft>
                <a:spcPts val="400"/>
              </a:spcAft>
              <a:buClr>
                <a:srgbClr val="333333"/>
              </a:buClr>
              <a:buChar char="•"/>
            </a:pPr>
            <a:r>
              <a:rPr sz="1200" b="0" i="0">
                <a:solidFill>
                  <a:srgbClr val="333333"/>
                </a:solidFill>
              </a:rPr>
              <a:t>ElasticNet: ours is ahead from 0.1× to 32× (0.5–1.0), level on the faintest, 1.3 at flare cores.</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40% of the solver's emission, peak 23% as high, 0.2 dex too cool.</a:t>
            </a:r>
          </a:p>
          <a:p>
            <a:pPr algn="l" marL="182880" indent="-182880">
              <a:spcAft>
                <a:spcPts val="1000"/>
              </a:spcAft>
              <a:buClr>
                <a:srgbClr val="333333"/>
              </a:buClr>
              <a:buChar char="•"/>
            </a:pPr>
            <a:r>
              <a:rPr sz="1250" b="0" i="0">
                <a:solidFill>
                  <a:srgbClr val="333333"/>
                </a:solidFill>
              </a:rPr>
              <a:t>83% of our flare-core DEMs have extra peaks (solver 18%); those spurious peaks are 42% of our BP error.</a:t>
            </a:r>
          </a:p>
          <a:p>
            <a:pPr algn="l" marL="182880" indent="-182880">
              <a:spcAft>
                <a:spcPts val="1000"/>
              </a:spcAft>
              <a:buClr>
                <a:srgbClr val="333333"/>
              </a:buClr>
              <a:buChar char="•"/>
            </a:pPr>
            <a:r>
              <a:rPr sz="1250" b="0" i="0">
                <a:solidFill>
                  <a:srgbClr val="333333"/>
                </a:solidFill>
              </a:rPr>
              <a:t>It tracks the solver's peak height up to a peak of ~100,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the solver's DEM reproduces 92% of the observed 94 Å; ours reproduces 23% (131 Å: 76%).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0.4%</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Bright error comes from the solver's own spread across its 5 targets (ENet 8%)</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1.2%</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BP flare-core shortfall and the spurious peaks.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Lessons and 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Simple scales</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Size needs data</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With one fixed 30M-pixel sample, nothing above 176k helped; with fresh pixels, size pays off up to 360k.</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Heavy tails</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The open failure</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BP flare cores. The model misses the hot channels there: a training problem.</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Input encoding</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supervised model's √ + Fourier input lifts ElasticNet past the supervised model; on BP it changes nothing.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BP: oversample or up-weight the brightest pixels. ElasticNet: keep big models from blowing up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ElasticNet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the median, W1 and AIA reconstruction tell a different story.</a:t>
            </a:r>
          </a:p>
          <a:p>
            <a:pPr algn="l" marL="182880" indent="-182880">
              <a:spcAft>
                <a:spcPts val="1400"/>
              </a:spcAft>
              <a:buClr>
                <a:srgbClr val="333333"/>
              </a:buClr>
              <a:buChar char="•"/>
            </a:pPr>
            <a:r>
              <a:rPr sz="1400" b="0" i="0">
                <a:solidFill>
                  <a:srgbClr val="333333"/>
                </a:solidFill>
              </a:rPr>
              <a:t>Is fixing flare cores worth changing the training objective, or do we report it as the known limitation?</a:t>
            </a:r>
          </a:p>
          <a:p>
            <a:pPr algn="l" marL="182880" indent="-182880">
              <a:spcAft>
                <a:spcPts val="1400"/>
              </a:spcAft>
              <a:buClr>
                <a:srgbClr val="333333"/>
              </a:buClr>
              <a:buChar char="•"/>
            </a:pPr>
            <a:r>
              <a:rPr sz="1400" b="0" i="0">
                <a:solidFill>
                  <a:srgbClr val="333333"/>
                </a:solidFill>
              </a:rPr>
              <a:t>Next model change: up-weight flare cores, or predict the 18 bins directly?</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