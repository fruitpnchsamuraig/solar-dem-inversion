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fixed sample was not a design choice at first: the sampler seeded each block's draw by the block alone, so every run reused the same pixels. Once found, we retrained both production models drawing fresh pixels every epoch, everything else identical: validation loss BP 2.156 to 2.237, ElasticNet 0.0582 to 0.0689, far beyond the 0.2 to 0.4% run-to-run spread; only ElasticNet's flare cores improved.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a 176k MLP on log1p inputs does well.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512 random pixels are drawn once from each of the 58,688 blocks(917*64), and that fixed ~30M-pixel sample is reused for 40 epochs.</a:t>
            </a:r>
          </a:p>
          <a:p>
            <a:pPr algn="l" marL="182880" indent="-182880">
              <a:spcAft>
                <a:spcPts val="700"/>
              </a:spcAft>
              <a:buClr>
                <a:srgbClr val="333333"/>
              </a:buClr>
              <a:buChar char="•"/>
            </a:pPr>
            <a:r>
              <a:rPr sz="1250" b="0" i="0">
                <a:solidFill>
                  <a:srgbClr val="333333"/>
                </a:solidFill>
              </a:rPr>
              <a:t>Redrawing the pixels every epoch did worse on validation (BP +4%, ElasticNet +18%), so we kept the fixed sample.</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