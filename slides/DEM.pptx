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Montserrat SemiBold"/>
      <p:regular r:id="rId8"/>
      <p:bold r:id="rId9"/>
      <p:italic r:id="rId10"/>
      <p:boldItalic r:id="rId11"/>
    </p:embeddedFont>
    <p:embeddedFont>
      <p:font typeface="Montserrat"/>
      <p:regular r:id="rId12"/>
      <p:bold r:id="rId13"/>
      <p:italic r:id="rId14"/>
      <p:boldItalic r:id="rId15"/>
    </p:embeddedFont>
    <p:embeddedFont>
      <p:font typeface="Frank Ruhl Libre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SemiBold-boldItalic.fntdata"/><Relationship Id="rId10" Type="http://schemas.openxmlformats.org/officeDocument/2006/relationships/font" Target="fonts/MontserratSemiBold-italic.fntdata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SemiBold-bold.fntdata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FrankRuhlLibre-bold.fntdata"/><Relationship Id="rId16" Type="http://schemas.openxmlformats.org/officeDocument/2006/relationships/font" Target="fonts/FrankRuhlLibr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541a52131de1a93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541a52131de1a93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rgbClr val="220337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363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92100" lvl="1" marL="9144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92100" lvl="2" marL="13716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92100" lvl="3" marL="18288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92100" lvl="4" marL="22860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2100" lvl="5" marL="27432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292100" lvl="6" marL="32004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292100" lvl="7" marL="36576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292100" lvl="8" marL="41148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2496200" y="2791614"/>
            <a:ext cx="41514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_1_1_1">
    <p:bg>
      <p:bgPr>
        <a:solidFill>
          <a:srgbClr val="220337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367" l="308" r="328" t="357"/>
          <a:stretch/>
        </p:blipFill>
        <p:spPr>
          <a:xfrm>
            <a:off x="0" y="250"/>
            <a:ext cx="914399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York University logo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363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921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921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921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921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21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2921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2921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2921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2496200" y="2791614"/>
            <a:ext cx="41514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2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type="title"/>
          </p:nvPr>
        </p:nvSpPr>
        <p:spPr>
          <a:xfrm>
            <a:off x="1506000" y="1385509"/>
            <a:ext cx="6131700" cy="16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2462575" y="2959018"/>
            <a:ext cx="4218600" cy="7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/>
        </p:nvSpPr>
        <p:spPr>
          <a:xfrm>
            <a:off x="4583948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 " id="26" name="Google Shape;2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/>
          <p:nvPr>
            <p:ph type="title"/>
          </p:nvPr>
        </p:nvSpPr>
        <p:spPr>
          <a:xfrm>
            <a:off x="311700" y="587975"/>
            <a:ext cx="65511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448400"/>
            <a:ext cx="6551100" cy="22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587970"/>
            <a:ext cx="4945500" cy="11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311700" y="2467949"/>
            <a:ext cx="3999900" cy="18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"/>
          <p:cNvSpPr txBox="1"/>
          <p:nvPr>
            <p:ph idx="2" type="body"/>
          </p:nvPr>
        </p:nvSpPr>
        <p:spPr>
          <a:xfrm>
            <a:off x="4619925" y="2467949"/>
            <a:ext cx="3999900" cy="18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34" name="Google Shape;3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6"/>
          <p:cNvSpPr txBox="1"/>
          <p:nvPr>
            <p:ph idx="3" type="subTitle"/>
          </p:nvPr>
        </p:nvSpPr>
        <p:spPr>
          <a:xfrm>
            <a:off x="311700" y="2054620"/>
            <a:ext cx="39999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4" type="subTitle"/>
          </p:nvPr>
        </p:nvSpPr>
        <p:spPr>
          <a:xfrm>
            <a:off x="4619925" y="2054620"/>
            <a:ext cx="39999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38" name="Google Shape;38;p6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530680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descr=" " id="41" name="Google Shape;4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" name="Google Shape;43;p7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700" y="708000"/>
            <a:ext cx="3132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2400"/>
              <a:buNone/>
              <a:defRPr sz="24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11700" y="1542000"/>
            <a:ext cx="3054600" cy="28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47" name="Google Shape;4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" name="Google Shape;49;p8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1772975" y="528144"/>
            <a:ext cx="5597700" cy="247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5600"/>
              <a:buNone/>
              <a:defRPr sz="5600">
                <a:solidFill>
                  <a:srgbClr val="57068C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descr=" " id="52" name="Google Shape;5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2120250" y="2660325"/>
            <a:ext cx="4903500" cy="16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56" name="Google Shape;5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0"/>
          <p:cNvSpPr txBox="1"/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 sz="36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8" name="Google Shape;58;p10"/>
          <p:cNvSpPr txBox="1"/>
          <p:nvPr>
            <p:ph idx="1" type="subTitle"/>
          </p:nvPr>
        </p:nvSpPr>
        <p:spPr>
          <a:xfrm>
            <a:off x="294375" y="2803075"/>
            <a:ext cx="36168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0"/>
          <p:cNvSpPr txBox="1"/>
          <p:nvPr>
            <p:ph idx="2" type="body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descr=" " id="60" name="Google Shape;60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3" name="Google Shape;6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1"/>
          <p:cNvSpPr txBox="1"/>
          <p:nvPr>
            <p:ph type="title"/>
          </p:nvPr>
        </p:nvSpPr>
        <p:spPr>
          <a:xfrm>
            <a:off x="311700" y="3619355"/>
            <a:ext cx="45117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None/>
              <a:defRPr b="0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66" name="Google Shape;66;p11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65" y="0"/>
            <a:ext cx="913607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>
            <p:ph hasCustomPrompt="1" type="title"/>
          </p:nvPr>
        </p:nvSpPr>
        <p:spPr>
          <a:xfrm>
            <a:off x="311700" y="606575"/>
            <a:ext cx="8520600" cy="16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3000"/>
              <a:buNone/>
              <a:defRPr sz="13000">
                <a:solidFill>
                  <a:srgbClr val="57068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007950" y="3094875"/>
            <a:ext cx="3128100" cy="11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pic>
        <p:nvPicPr>
          <p:cNvPr descr=" " id="71" name="Google Shape;7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2"/>
          <p:cNvSpPr txBox="1"/>
          <p:nvPr>
            <p:ph idx="2" type="subTitle"/>
          </p:nvPr>
        </p:nvSpPr>
        <p:spPr>
          <a:xfrm>
            <a:off x="1429500" y="2353776"/>
            <a:ext cx="6285000" cy="4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accent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Text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6" name="Google Shape;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3"/>
          <p:cNvSpPr txBox="1"/>
          <p:nvPr>
            <p:ph type="title"/>
          </p:nvPr>
        </p:nvSpPr>
        <p:spPr>
          <a:xfrm>
            <a:off x="4969800" y="1412750"/>
            <a:ext cx="3766800" cy="137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" type="body"/>
          </p:nvPr>
        </p:nvSpPr>
        <p:spPr>
          <a:xfrm>
            <a:off x="4969675" y="2901150"/>
            <a:ext cx="3766800" cy="13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1" name="Google Shape;8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311700" y="587975"/>
            <a:ext cx="3610800" cy="8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000"/>
              <a:buNone/>
              <a:defRPr sz="4000"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311700" y="1836175"/>
            <a:ext cx="3610800" cy="24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4"/>
          <p:cNvSpPr txBox="1"/>
          <p:nvPr/>
        </p:nvSpPr>
        <p:spPr>
          <a:xfrm>
            <a:off x="5958050" y="683000"/>
            <a:ext cx="27786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4"/>
          <p:cNvSpPr txBox="1"/>
          <p:nvPr>
            <p:ph idx="2" type="body"/>
          </p:nvPr>
        </p:nvSpPr>
        <p:spPr>
          <a:xfrm>
            <a:off x="5824575" y="683050"/>
            <a:ext cx="2911800" cy="10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7" name="Google Shape;87;p14"/>
          <p:cNvSpPr txBox="1"/>
          <p:nvPr>
            <p:ph idx="3" type="body"/>
          </p:nvPr>
        </p:nvSpPr>
        <p:spPr>
          <a:xfrm>
            <a:off x="5824575" y="1931875"/>
            <a:ext cx="2911800" cy="10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8" name="Google Shape;88;p14"/>
          <p:cNvSpPr txBox="1"/>
          <p:nvPr>
            <p:ph idx="4" type="body"/>
          </p:nvPr>
        </p:nvSpPr>
        <p:spPr>
          <a:xfrm>
            <a:off x="5824575" y="3180700"/>
            <a:ext cx="2911800" cy="10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  <p15:guide id="2" orient="horz" pos="432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2">
    <p:bg>
      <p:bgPr>
        <a:solidFill>
          <a:srgbClr val="22033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2" name="Google Shape;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04850" y="1264532"/>
            <a:ext cx="67107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5" name="Google Shape;95;p15"/>
          <p:cNvSpPr txBox="1"/>
          <p:nvPr>
            <p:ph idx="1" type="subTitle"/>
          </p:nvPr>
        </p:nvSpPr>
        <p:spPr>
          <a:xfrm>
            <a:off x="974919" y="3029082"/>
            <a:ext cx="37152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descr=" " id="96" name="Google Shape;9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3">
    <p:bg>
      <p:bgPr>
        <a:solidFill>
          <a:schemeClr val="l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2802" y="-34225"/>
            <a:ext cx="9269596" cy="5180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6"/>
          <p:cNvSpPr txBox="1"/>
          <p:nvPr>
            <p:ph type="title"/>
          </p:nvPr>
        </p:nvSpPr>
        <p:spPr>
          <a:xfrm>
            <a:off x="592275" y="522825"/>
            <a:ext cx="8144400" cy="3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olio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03" name="Google Shape;10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688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Frank Ruhl Libre"/>
              <a:buNone/>
              <a:defRPr b="1" sz="3600">
                <a:solidFill>
                  <a:srgbClr val="57068C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DEM label-free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idx="4294967295" type="title"/>
          </p:nvPr>
        </p:nvSpPr>
        <p:spPr>
          <a:xfrm>
            <a:off x="263250" y="239930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Title Here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YU Elegant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3DFE9"/>
      </a:lt2>
      <a:accent1>
        <a:srgbClr val="9A6ABA"/>
      </a:accent1>
      <a:accent2>
        <a:srgbClr val="330662"/>
      </a:accent2>
      <a:accent3>
        <a:srgbClr val="007E8A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