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Montserrat SemiBold"/>
      <p:regular r:id="rId15"/>
      <p:bold r:id="rId16"/>
      <p:italic r:id="rId17"/>
      <p:boldItalic r:id="rId18"/>
    </p:embeddedFont>
    <p:embeddedFont>
      <p:font typeface="Montserrat"/>
      <p:regular r:id="rId19"/>
      <p:bold r:id="rId20"/>
      <p:italic r:id="rId21"/>
      <p:boldItalic r:id="rId22"/>
    </p:embeddedFont>
    <p:embeddedFont>
      <p:font typeface="Frank Ruhl Libre"/>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11" Type="http://schemas.openxmlformats.org/officeDocument/2006/relationships/slide" Target="slides/slide5.xml"/><Relationship Id="rId22" Type="http://schemas.openxmlformats.org/officeDocument/2006/relationships/font" Target="fonts/Montserrat-boldItalic.fntdata"/><Relationship Id="rId10" Type="http://schemas.openxmlformats.org/officeDocument/2006/relationships/slide" Target="slides/slide4.xml"/><Relationship Id="rId21" Type="http://schemas.openxmlformats.org/officeDocument/2006/relationships/font" Target="fonts/Montserrat-italic.fntdata"/><Relationship Id="rId13" Type="http://schemas.openxmlformats.org/officeDocument/2006/relationships/slide" Target="slides/slide7.xml"/><Relationship Id="rId24" Type="http://schemas.openxmlformats.org/officeDocument/2006/relationships/font" Target="fonts/FrankRuhlLibre-bold.fntdata"/><Relationship Id="rId12" Type="http://schemas.openxmlformats.org/officeDocument/2006/relationships/slide" Target="slides/slide6.xml"/><Relationship Id="rId23" Type="http://schemas.openxmlformats.org/officeDocument/2006/relationships/font" Target="fonts/FrankRuhlLibr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MontserratSemiBold-regular.fntdata"/><Relationship Id="rId14" Type="http://schemas.openxmlformats.org/officeDocument/2006/relationships/slide" Target="slides/slide8.xml"/><Relationship Id="rId17" Type="http://schemas.openxmlformats.org/officeDocument/2006/relationships/font" Target="fonts/MontserratSemiBold-italic.fntdata"/><Relationship Id="rId16" Type="http://schemas.openxmlformats.org/officeDocument/2006/relationships/font" Target="fonts/MontserratSemiBold-bold.fntdata"/><Relationship Id="rId5" Type="http://schemas.openxmlformats.org/officeDocument/2006/relationships/slideMaster" Target="slideMasters/slideMaster2.xml"/><Relationship Id="rId19" Type="http://schemas.openxmlformats.org/officeDocument/2006/relationships/font" Target="fonts/Montserrat-regular.fntdata"/><Relationship Id="rId6" Type="http://schemas.openxmlformats.org/officeDocument/2006/relationships/notesMaster" Target="notesMasters/notesMaster1.xml"/><Relationship Id="rId18" Type="http://schemas.openxmlformats.org/officeDocument/2006/relationships/font" Target="fonts/MontserratSemiBold-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a30c3f8c26c72c2_10_10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ha30c3f8c26c72c2_1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a30c3f8c26c72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ha30c3f8c26c72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a30c3f8c26c72c2_10_10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ha30c3f8c26c72c2_1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audience knows the inverse problem. This slide only says what is different about our training signal. BP and ElasticNet solve one optimisation per pixel. A supervised network learns to reproduce the solver's DEMs, so it needs them as labels. Ours learns to minimise the solver's objective directly, so it never sees a solver DEM; we use those only to evaluate.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a30c3f8c26c72c2_10_1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ha30c3f8c26c72c2_1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solvers never solve for the 18 bins directly: both solve for weights on a fixed basis, a spike and two Gaussians at each bin, and report DEM = B times x. We predict the same weights, so the network searches the same space of DEMs the solver does, and BP's sparsity criterion means the same thing for both. Only the MLP is learned. Per pixel: six log-intensities in, four hidden layers of 232 with SiLU, 54 non-negative basis weights out; DEM = B times w over 18 bins, logT 5.5 to 7.2; predicted AIA = R times DEM. 176k parameters, one forward pass per pixel.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a30c3f8c26c72c2_10_1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ha30c3f8c26c72c2_1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BP track: the penalty is zero anywhere inside the noise band, o plus or minus 1.4 sigma, and quadratic outside, scaled by the band width. There is no fit term inside the band, so any DEM within noise is equally good, and the L1 term on the basis weights then picks the sparsest one: BP's own criterion. ElasticNet track: the solver's ElasticNet objective with its settings, alpha 0.001, l1 ratio 0.5, C equal to the six channels, using the same noise scaling. In both, y-hat is R times B times w, and w is non-negative.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a30c3f8c26c72c2_10_16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ha30c3f8c26c72c2_1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Data: 1,223 Hofmeister-deconvolved timestamps, split by day into 917 train, 153 validation and 153 test. The networks never see a test day in training. DEM metrics compare each network with the solver's DEM: MSE, total-emission error and W1. AIA reconstruction compares all three with the observation: MAE and MSE.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a30c3f8c26c72c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ha30c3f8c26c72c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a30c3f8c26c72c2_10_17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ha30c3f8c26c72c2_1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Before any network, five losses optimised directly per pixel on 4 timestamps. Averages: AIA MAE against the observation, BP 5.2, barrier 5.0, barrier plus fit 2.6, fit-only 0.40 to 0.44. DEM MAE against BP: barrier 0.034, barrier plus fit 0.043, fit-only 0.18 to 0.20. W1 on the brightest 5% of pixels: 0.030 and 0.033 against 0.15 to 0.18. Six equations, eighteen unknowns: many DEMs fit within noise, so whatever breaks the tie decides the shape. L-BFGS and Adam reach the same curves; SGD often fails to converge.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solidFill>
          <a:srgbClr val="220337"/>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55" name="Google Shape;55;p14"/>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56" name="Google Shape;56;p14"/>
          <p:cNvSpPr txBox="1"/>
          <p:nvPr>
            <p:ph type="title"/>
          </p:nvPr>
        </p:nvSpPr>
        <p:spPr>
          <a:xfrm>
            <a:off x="904850" y="1253682"/>
            <a:ext cx="7333800" cy="1595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sz="7200">
                <a:solidFill>
                  <a:schemeClr val="accent2"/>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57" name="Google Shape;57;p14"/>
          <p:cNvSpPr txBox="1"/>
          <p:nvPr>
            <p:ph idx="1" type="body"/>
          </p:nvPr>
        </p:nvSpPr>
        <p:spPr>
          <a:xfrm>
            <a:off x="2496200" y="4275729"/>
            <a:ext cx="4151400" cy="3045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1pPr>
            <a:lvl2pPr indent="-292100" lvl="1" marL="9144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2pPr>
            <a:lvl3pPr indent="-292100" lvl="2" marL="13716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3pPr>
            <a:lvl4pPr indent="-292100" lvl="3" marL="18288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4pPr>
            <a:lvl5pPr indent="-292100" lvl="4" marL="22860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5pPr>
            <a:lvl6pPr indent="-292100" lvl="5" marL="27432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6pPr>
            <a:lvl7pPr indent="-292100" lvl="6" marL="32004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7pPr>
            <a:lvl8pPr indent="-292100" lvl="7" marL="36576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8pPr>
            <a:lvl9pPr indent="-292100" lvl="8" marL="4114800" algn="ctr">
              <a:lnSpc>
                <a:spcPct val="115000"/>
              </a:lnSpc>
              <a:spcBef>
                <a:spcPts val="0"/>
              </a:spcBef>
              <a:spcAft>
                <a:spcPts val="0"/>
              </a:spcAft>
              <a:buClr>
                <a:schemeClr val="accent2"/>
              </a:buClr>
              <a:buSzPts val="1000"/>
              <a:buFont typeface="Montserrat SemiBold"/>
              <a:buChar char="■"/>
              <a:defRPr sz="1000">
                <a:solidFill>
                  <a:schemeClr val="accent2"/>
                </a:solidFill>
                <a:latin typeface="Montserrat SemiBold"/>
                <a:ea typeface="Montserrat SemiBold"/>
                <a:cs typeface="Montserrat SemiBold"/>
                <a:sym typeface="Montserrat SemiBold"/>
              </a:defRPr>
            </a:lvl9pPr>
          </a:lstStyle>
          <a:p/>
        </p:txBody>
      </p:sp>
      <p:sp>
        <p:nvSpPr>
          <p:cNvPr id="58" name="Google Shape;58;p14"/>
          <p:cNvSpPr txBox="1"/>
          <p:nvPr>
            <p:ph idx="2" type="subTitle"/>
          </p:nvPr>
        </p:nvSpPr>
        <p:spPr>
          <a:xfrm>
            <a:off x="2496200" y="2791614"/>
            <a:ext cx="4151400" cy="700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500">
                <a:solidFill>
                  <a:schemeClr val="accent2"/>
                </a:solidFill>
              </a:defRPr>
            </a:lvl1pPr>
            <a:lvl2pPr lvl="1" algn="l">
              <a:lnSpc>
                <a:spcPct val="115000"/>
              </a:lnSpc>
              <a:spcBef>
                <a:spcPts val="1600"/>
              </a:spcBef>
              <a:spcAft>
                <a:spcPts val="0"/>
              </a:spcAft>
              <a:buSzPts val="1400"/>
              <a:buNone/>
              <a:defRPr>
                <a:solidFill>
                  <a:schemeClr val="accent2"/>
                </a:solidFill>
              </a:defRPr>
            </a:lvl2pPr>
            <a:lvl3pPr lvl="2" algn="l">
              <a:lnSpc>
                <a:spcPct val="115000"/>
              </a:lnSpc>
              <a:spcBef>
                <a:spcPts val="1600"/>
              </a:spcBef>
              <a:spcAft>
                <a:spcPts val="0"/>
              </a:spcAft>
              <a:buSzPts val="1400"/>
              <a:buNone/>
              <a:defRPr>
                <a:solidFill>
                  <a:schemeClr val="accent2"/>
                </a:solidFill>
              </a:defRPr>
            </a:lvl3pPr>
            <a:lvl4pPr lvl="3" algn="l">
              <a:lnSpc>
                <a:spcPct val="115000"/>
              </a:lnSpc>
              <a:spcBef>
                <a:spcPts val="1600"/>
              </a:spcBef>
              <a:spcAft>
                <a:spcPts val="0"/>
              </a:spcAft>
              <a:buSzPts val="1400"/>
              <a:buNone/>
              <a:defRPr>
                <a:solidFill>
                  <a:schemeClr val="accent2"/>
                </a:solidFill>
              </a:defRPr>
            </a:lvl4pPr>
            <a:lvl5pPr lvl="4" algn="l">
              <a:lnSpc>
                <a:spcPct val="115000"/>
              </a:lnSpc>
              <a:spcBef>
                <a:spcPts val="1600"/>
              </a:spcBef>
              <a:spcAft>
                <a:spcPts val="0"/>
              </a:spcAft>
              <a:buSzPts val="1400"/>
              <a:buNone/>
              <a:defRPr>
                <a:solidFill>
                  <a:schemeClr val="accent2"/>
                </a:solidFill>
              </a:defRPr>
            </a:lvl5pPr>
            <a:lvl6pPr lvl="5" algn="l">
              <a:lnSpc>
                <a:spcPct val="115000"/>
              </a:lnSpc>
              <a:spcBef>
                <a:spcPts val="1600"/>
              </a:spcBef>
              <a:spcAft>
                <a:spcPts val="0"/>
              </a:spcAft>
              <a:buSzPts val="1400"/>
              <a:buNone/>
              <a:defRPr>
                <a:solidFill>
                  <a:schemeClr val="accent2"/>
                </a:solidFill>
              </a:defRPr>
            </a:lvl6pPr>
            <a:lvl7pPr lvl="6" algn="l">
              <a:lnSpc>
                <a:spcPct val="115000"/>
              </a:lnSpc>
              <a:spcBef>
                <a:spcPts val="1600"/>
              </a:spcBef>
              <a:spcAft>
                <a:spcPts val="0"/>
              </a:spcAft>
              <a:buSzPts val="1400"/>
              <a:buNone/>
              <a:defRPr>
                <a:solidFill>
                  <a:schemeClr val="accent2"/>
                </a:solidFill>
              </a:defRPr>
            </a:lvl7pPr>
            <a:lvl8pPr lvl="7" algn="l">
              <a:lnSpc>
                <a:spcPct val="115000"/>
              </a:lnSpc>
              <a:spcBef>
                <a:spcPts val="1600"/>
              </a:spcBef>
              <a:spcAft>
                <a:spcPts val="0"/>
              </a:spcAft>
              <a:buSzPts val="1400"/>
              <a:buNone/>
              <a:defRPr>
                <a:solidFill>
                  <a:schemeClr val="accent2"/>
                </a:solidFill>
              </a:defRPr>
            </a:lvl8pPr>
            <a:lvl9pPr lvl="8" algn="l">
              <a:lnSpc>
                <a:spcPct val="115000"/>
              </a:lnSpc>
              <a:spcBef>
                <a:spcPts val="1600"/>
              </a:spcBef>
              <a:spcAft>
                <a:spcPts val="1600"/>
              </a:spcAft>
              <a:buSzPts val="1400"/>
              <a:buNone/>
              <a:defRPr>
                <a:solidFill>
                  <a:schemeClr val="accen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folio" type="blank">
  <p:cSld name="BLANK">
    <p:spTree>
      <p:nvGrpSpPr>
        <p:cNvPr id="59" name="Shape 59"/>
        <p:cNvGrpSpPr/>
        <p:nvPr/>
      </p:nvGrpSpPr>
      <p:grpSpPr>
        <a:xfrm>
          <a:off x="0" y="0"/>
          <a:ext cx="0" cy="0"/>
          <a:chOff x="0" y="0"/>
          <a:chExt cx="0" cy="0"/>
        </a:xfrm>
      </p:grpSpPr>
      <p:pic>
        <p:nvPicPr>
          <p:cNvPr descr=" " id="60" name="Google Shape;60;p15"/>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61" name="Google Shape;61;p1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_1_1_1">
    <p:bg>
      <p:bgPr>
        <a:solidFill>
          <a:srgbClr val="220337"/>
        </a:solidFill>
      </p:bgPr>
    </p:bg>
    <p:spTree>
      <p:nvGrpSpPr>
        <p:cNvPr id="62" name="Shape 62"/>
        <p:cNvGrpSpPr/>
        <p:nvPr/>
      </p:nvGrpSpPr>
      <p:grpSpPr>
        <a:xfrm>
          <a:off x="0" y="0"/>
          <a:ext cx="0" cy="0"/>
          <a:chOff x="0" y="0"/>
          <a:chExt cx="0" cy="0"/>
        </a:xfrm>
      </p:grpSpPr>
      <p:pic>
        <p:nvPicPr>
          <p:cNvPr id="63" name="Google Shape;63;p16"/>
          <p:cNvPicPr preferRelativeResize="0"/>
          <p:nvPr/>
        </p:nvPicPr>
        <p:blipFill rotWithShape="1">
          <a:blip r:embed="rId2">
            <a:alphaModFix/>
          </a:blip>
          <a:srcRect b="367" l="308" r="328" t="357"/>
          <a:stretch/>
        </p:blipFill>
        <p:spPr>
          <a:xfrm>
            <a:off x="0" y="250"/>
            <a:ext cx="9143997" cy="5143501"/>
          </a:xfrm>
          <a:prstGeom prst="rect">
            <a:avLst/>
          </a:prstGeom>
          <a:noFill/>
          <a:ln>
            <a:noFill/>
          </a:ln>
        </p:spPr>
      </p:pic>
      <p:pic>
        <p:nvPicPr>
          <p:cNvPr descr="New York University logo" id="64" name="Google Shape;64;p16"/>
          <p:cNvPicPr preferRelativeResize="0"/>
          <p:nvPr/>
        </p:nvPicPr>
        <p:blipFill rotWithShape="1">
          <a:blip r:embed="rId3">
            <a:alphaModFix/>
          </a:blip>
          <a:srcRect b="0" l="0" r="0" t="0"/>
          <a:stretch/>
        </p:blipFill>
        <p:spPr>
          <a:xfrm>
            <a:off x="4047363" y="427947"/>
            <a:ext cx="1049175" cy="356100"/>
          </a:xfrm>
          <a:prstGeom prst="rect">
            <a:avLst/>
          </a:prstGeom>
          <a:noFill/>
          <a:ln>
            <a:noFill/>
          </a:ln>
        </p:spPr>
      </p:pic>
      <p:sp>
        <p:nvSpPr>
          <p:cNvPr id="65" name="Google Shape;65;p16"/>
          <p:cNvSpPr txBox="1"/>
          <p:nvPr>
            <p:ph type="title"/>
          </p:nvPr>
        </p:nvSpPr>
        <p:spPr>
          <a:xfrm>
            <a:off x="904850" y="1253682"/>
            <a:ext cx="7333800" cy="15951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sz="7200">
                <a:solidFill>
                  <a:srgbClr val="FFFFFF"/>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66" name="Google Shape;66;p16"/>
          <p:cNvSpPr txBox="1"/>
          <p:nvPr>
            <p:ph idx="1" type="body"/>
          </p:nvPr>
        </p:nvSpPr>
        <p:spPr>
          <a:xfrm>
            <a:off x="2496200" y="4275729"/>
            <a:ext cx="4151400" cy="3045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1pPr>
            <a:lvl2pPr indent="-292100" lvl="1" marL="9144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2pPr>
            <a:lvl3pPr indent="-292100" lvl="2" marL="13716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3pPr>
            <a:lvl4pPr indent="-292100" lvl="3" marL="18288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4pPr>
            <a:lvl5pPr indent="-292100" lvl="4" marL="22860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5pPr>
            <a:lvl6pPr indent="-292100" lvl="5" marL="27432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6pPr>
            <a:lvl7pPr indent="-292100" lvl="6" marL="32004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7pPr>
            <a:lvl8pPr indent="-292100" lvl="7" marL="36576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8pPr>
            <a:lvl9pPr indent="-292100" lvl="8" marL="4114800" algn="ctr">
              <a:lnSpc>
                <a:spcPct val="115000"/>
              </a:lnSpc>
              <a:spcBef>
                <a:spcPts val="0"/>
              </a:spcBef>
              <a:spcAft>
                <a:spcPts val="0"/>
              </a:spcAft>
              <a:buClr>
                <a:srgbClr val="FFFFFF"/>
              </a:buClr>
              <a:buSzPts val="1000"/>
              <a:buFont typeface="Montserrat SemiBold"/>
              <a:buChar char="■"/>
              <a:defRPr sz="1000">
                <a:solidFill>
                  <a:srgbClr val="FFFFFF"/>
                </a:solidFill>
                <a:latin typeface="Montserrat SemiBold"/>
                <a:ea typeface="Montserrat SemiBold"/>
                <a:cs typeface="Montserrat SemiBold"/>
                <a:sym typeface="Montserrat SemiBold"/>
              </a:defRPr>
            </a:lvl9pPr>
          </a:lstStyle>
          <a:p/>
        </p:txBody>
      </p:sp>
      <p:sp>
        <p:nvSpPr>
          <p:cNvPr id="67" name="Google Shape;67;p16"/>
          <p:cNvSpPr txBox="1"/>
          <p:nvPr>
            <p:ph idx="2" type="subTitle"/>
          </p:nvPr>
        </p:nvSpPr>
        <p:spPr>
          <a:xfrm>
            <a:off x="2496200" y="2791614"/>
            <a:ext cx="4151400" cy="700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sz="1500">
                <a:solidFill>
                  <a:srgbClr val="FFFFFF"/>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68" name="Shape 68"/>
        <p:cNvGrpSpPr/>
        <p:nvPr/>
      </p:nvGrpSpPr>
      <p:grpSpPr>
        <a:xfrm>
          <a:off x="0" y="0"/>
          <a:ext cx="0" cy="0"/>
          <a:chOff x="0" y="0"/>
          <a:chExt cx="0" cy="0"/>
        </a:xfrm>
      </p:grpSpPr>
      <p:pic>
        <p:nvPicPr>
          <p:cNvPr id="69" name="Google Shape;69;p1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0" name="Google Shape;70;p17"/>
          <p:cNvSpPr txBox="1"/>
          <p:nvPr>
            <p:ph type="title"/>
          </p:nvPr>
        </p:nvSpPr>
        <p:spPr>
          <a:xfrm>
            <a:off x="1506000" y="1385509"/>
            <a:ext cx="6131700" cy="16386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3600"/>
              <a:buNone/>
              <a:defRPr sz="6000"/>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sp>
        <p:nvSpPr>
          <p:cNvPr id="71" name="Google Shape;71;p17"/>
          <p:cNvSpPr txBox="1"/>
          <p:nvPr>
            <p:ph idx="1" type="subTitle"/>
          </p:nvPr>
        </p:nvSpPr>
        <p:spPr>
          <a:xfrm>
            <a:off x="2462575" y="2959018"/>
            <a:ext cx="4218600" cy="734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sp>
        <p:nvSpPr>
          <p:cNvPr id="73" name="Google Shape;73;p18"/>
          <p:cNvSpPr txBox="1"/>
          <p:nvPr/>
        </p:nvSpPr>
        <p:spPr>
          <a:xfrm>
            <a:off x="4583948"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descr=" " id="74" name="Google Shape;74;p18"/>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75" name="Google Shape;75;p18"/>
          <p:cNvSpPr txBox="1"/>
          <p:nvPr>
            <p:ph type="title"/>
          </p:nvPr>
        </p:nvSpPr>
        <p:spPr>
          <a:xfrm>
            <a:off x="311700" y="587975"/>
            <a:ext cx="6551100" cy="657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800"/>
              <a:buNone/>
              <a:defRPr sz="48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6" name="Google Shape;76;p18"/>
          <p:cNvSpPr txBox="1"/>
          <p:nvPr>
            <p:ph idx="1" type="body"/>
          </p:nvPr>
        </p:nvSpPr>
        <p:spPr>
          <a:xfrm>
            <a:off x="311700" y="1448400"/>
            <a:ext cx="6551100" cy="2246700"/>
          </a:xfrm>
          <a:prstGeom prst="rect">
            <a:avLst/>
          </a:prstGeom>
          <a:noFill/>
          <a:ln>
            <a:noFill/>
          </a:ln>
        </p:spPr>
        <p:txBody>
          <a:bodyPr anchorCtr="0" anchor="t" bIns="91425" lIns="91425" spcFirstLastPara="1" rIns="91425" wrap="square" tIns="91425">
            <a:noAutofit/>
          </a:bodyPr>
          <a:lstStyle>
            <a:lvl1pPr indent="-342900" lvl="0" marL="457200" algn="l">
              <a:lnSpc>
                <a:spcPct val="125000"/>
              </a:lnSpc>
              <a:spcBef>
                <a:spcPts val="0"/>
              </a:spcBef>
              <a:spcAft>
                <a:spcPts val="0"/>
              </a:spcAft>
              <a:buSzPts val="1800"/>
              <a:buChar char="●"/>
              <a:defRPr/>
            </a:lvl1pPr>
            <a:lvl2pPr indent="-317500" lvl="1" marL="914400" algn="l">
              <a:lnSpc>
                <a:spcPct val="115000"/>
              </a:lnSpc>
              <a:spcBef>
                <a:spcPts val="1000"/>
              </a:spcBef>
              <a:spcAft>
                <a:spcPts val="0"/>
              </a:spcAft>
              <a:buSzPts val="1400"/>
              <a:buChar char="○"/>
              <a:defRPr/>
            </a:lvl2pPr>
            <a:lvl3pPr indent="-317500" lvl="2" marL="1371600" algn="l">
              <a:lnSpc>
                <a:spcPct val="115000"/>
              </a:lnSpc>
              <a:spcBef>
                <a:spcPts val="1000"/>
              </a:spcBef>
              <a:spcAft>
                <a:spcPts val="0"/>
              </a:spcAft>
              <a:buSzPts val="1400"/>
              <a:buChar char="■"/>
              <a:defRPr/>
            </a:lvl3pPr>
            <a:lvl4pPr indent="-317500" lvl="3" marL="1828800" algn="l">
              <a:lnSpc>
                <a:spcPct val="115000"/>
              </a:lnSpc>
              <a:spcBef>
                <a:spcPts val="1000"/>
              </a:spcBef>
              <a:spcAft>
                <a:spcPts val="0"/>
              </a:spcAft>
              <a:buSzPts val="1400"/>
              <a:buChar char="●"/>
              <a:defRPr/>
            </a:lvl4pPr>
            <a:lvl5pPr indent="-317500" lvl="4" marL="2286000" algn="l">
              <a:lnSpc>
                <a:spcPct val="115000"/>
              </a:lnSpc>
              <a:spcBef>
                <a:spcPts val="1000"/>
              </a:spcBef>
              <a:spcAft>
                <a:spcPts val="0"/>
              </a:spcAft>
              <a:buSzPts val="1400"/>
              <a:buChar char="○"/>
              <a:defRPr/>
            </a:lvl5pPr>
            <a:lvl6pPr indent="-317500" lvl="5" marL="2743200" algn="l">
              <a:lnSpc>
                <a:spcPct val="115000"/>
              </a:lnSpc>
              <a:spcBef>
                <a:spcPts val="1000"/>
              </a:spcBef>
              <a:spcAft>
                <a:spcPts val="0"/>
              </a:spcAft>
              <a:buSzPts val="1400"/>
              <a:buChar char="■"/>
              <a:defRPr/>
            </a:lvl6pPr>
            <a:lvl7pPr indent="-317500" lvl="6" marL="3200400" algn="l">
              <a:lnSpc>
                <a:spcPct val="115000"/>
              </a:lnSpc>
              <a:spcBef>
                <a:spcPts val="1000"/>
              </a:spcBef>
              <a:spcAft>
                <a:spcPts val="0"/>
              </a:spcAft>
              <a:buSzPts val="1400"/>
              <a:buChar char="●"/>
              <a:defRPr/>
            </a:lvl7pPr>
            <a:lvl8pPr indent="-317500" lvl="7" marL="3657600" algn="l">
              <a:lnSpc>
                <a:spcPct val="115000"/>
              </a:lnSpc>
              <a:spcBef>
                <a:spcPts val="1000"/>
              </a:spcBef>
              <a:spcAft>
                <a:spcPts val="0"/>
              </a:spcAft>
              <a:buSzPts val="1400"/>
              <a:buChar char="○"/>
              <a:defRPr/>
            </a:lvl8pPr>
            <a:lvl9pPr indent="-317500" lvl="8" marL="4114800" algn="l">
              <a:lnSpc>
                <a:spcPct val="115000"/>
              </a:lnSpc>
              <a:spcBef>
                <a:spcPts val="1000"/>
              </a:spcBef>
              <a:spcAft>
                <a:spcPts val="1000"/>
              </a:spcAft>
              <a:buSzPts val="1400"/>
              <a:buChar char="■"/>
              <a:defRPr/>
            </a:lvl9pPr>
          </a:lstStyle>
          <a:p/>
        </p:txBody>
      </p:sp>
      <p:pic>
        <p:nvPicPr>
          <p:cNvPr id="77" name="Google Shape;77;p18"/>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8" name="Shape 78"/>
        <p:cNvGrpSpPr/>
        <p:nvPr/>
      </p:nvGrpSpPr>
      <p:grpSpPr>
        <a:xfrm>
          <a:off x="0" y="0"/>
          <a:ext cx="0" cy="0"/>
          <a:chOff x="0" y="0"/>
          <a:chExt cx="0" cy="0"/>
        </a:xfrm>
      </p:grpSpPr>
      <p:sp>
        <p:nvSpPr>
          <p:cNvPr id="79" name="Google Shape;79;p19"/>
          <p:cNvSpPr txBox="1"/>
          <p:nvPr>
            <p:ph type="title"/>
          </p:nvPr>
        </p:nvSpPr>
        <p:spPr>
          <a:xfrm>
            <a:off x="311700" y="587970"/>
            <a:ext cx="4945500" cy="11373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800"/>
              <a:buNone/>
              <a:defRPr sz="48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19"/>
          <p:cNvSpPr txBox="1"/>
          <p:nvPr>
            <p:ph idx="1" type="body"/>
          </p:nvPr>
        </p:nvSpPr>
        <p:spPr>
          <a:xfrm>
            <a:off x="311700"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sp>
        <p:nvSpPr>
          <p:cNvPr id="81" name="Google Shape;81;p19"/>
          <p:cNvSpPr txBox="1"/>
          <p:nvPr>
            <p:ph idx="2" type="body"/>
          </p:nvPr>
        </p:nvSpPr>
        <p:spPr>
          <a:xfrm>
            <a:off x="4619925" y="2467949"/>
            <a:ext cx="3999900" cy="1807800"/>
          </a:xfrm>
          <a:prstGeom prst="rect">
            <a:avLst/>
          </a:prstGeom>
          <a:noFill/>
          <a:ln>
            <a:noFill/>
          </a:ln>
        </p:spPr>
        <p:txBody>
          <a:bodyPr anchorCtr="0" anchor="t" bIns="91425" lIns="91425" spcFirstLastPara="1" rIns="91425" wrap="square" tIns="91425">
            <a:noAutofit/>
          </a:bodyPr>
          <a:lstStyle>
            <a:lvl1pPr indent="-304800" lvl="0" marL="457200" algn="l">
              <a:lnSpc>
                <a:spcPct val="125000"/>
              </a:lnSpc>
              <a:spcBef>
                <a:spcPts val="0"/>
              </a:spcBef>
              <a:spcAft>
                <a:spcPts val="0"/>
              </a:spcAft>
              <a:buSzPts val="1200"/>
              <a:buChar char="●"/>
              <a:defRPr sz="1200"/>
            </a:lvl1pPr>
            <a:lvl2pPr indent="-304800" lvl="1" marL="914400" algn="l">
              <a:lnSpc>
                <a:spcPct val="125000"/>
              </a:lnSpc>
              <a:spcBef>
                <a:spcPts val="800"/>
              </a:spcBef>
              <a:spcAft>
                <a:spcPts val="0"/>
              </a:spcAft>
              <a:buSzPts val="1200"/>
              <a:buChar char="○"/>
              <a:defRPr sz="1200"/>
            </a:lvl2pPr>
            <a:lvl3pPr indent="-304800" lvl="2" marL="1371600" algn="l">
              <a:lnSpc>
                <a:spcPct val="125000"/>
              </a:lnSpc>
              <a:spcBef>
                <a:spcPts val="800"/>
              </a:spcBef>
              <a:spcAft>
                <a:spcPts val="0"/>
              </a:spcAft>
              <a:buSzPts val="1200"/>
              <a:buChar char="■"/>
              <a:defRPr sz="1200"/>
            </a:lvl3pPr>
            <a:lvl4pPr indent="-304800" lvl="3" marL="1828800" algn="l">
              <a:lnSpc>
                <a:spcPct val="125000"/>
              </a:lnSpc>
              <a:spcBef>
                <a:spcPts val="800"/>
              </a:spcBef>
              <a:spcAft>
                <a:spcPts val="0"/>
              </a:spcAft>
              <a:buSzPts val="1200"/>
              <a:buChar char="●"/>
              <a:defRPr sz="1200"/>
            </a:lvl4pPr>
            <a:lvl5pPr indent="-304800" lvl="4" marL="2286000" algn="l">
              <a:lnSpc>
                <a:spcPct val="125000"/>
              </a:lnSpc>
              <a:spcBef>
                <a:spcPts val="800"/>
              </a:spcBef>
              <a:spcAft>
                <a:spcPts val="0"/>
              </a:spcAft>
              <a:buSzPts val="1200"/>
              <a:buChar char="○"/>
              <a:defRPr sz="1200"/>
            </a:lvl5pPr>
            <a:lvl6pPr indent="-304800" lvl="5" marL="2743200" algn="l">
              <a:lnSpc>
                <a:spcPct val="125000"/>
              </a:lnSpc>
              <a:spcBef>
                <a:spcPts val="800"/>
              </a:spcBef>
              <a:spcAft>
                <a:spcPts val="0"/>
              </a:spcAft>
              <a:buSzPts val="1200"/>
              <a:buChar char="■"/>
              <a:defRPr sz="1200"/>
            </a:lvl6pPr>
            <a:lvl7pPr indent="-304800" lvl="6" marL="3200400" algn="l">
              <a:lnSpc>
                <a:spcPct val="125000"/>
              </a:lnSpc>
              <a:spcBef>
                <a:spcPts val="800"/>
              </a:spcBef>
              <a:spcAft>
                <a:spcPts val="0"/>
              </a:spcAft>
              <a:buSzPts val="1200"/>
              <a:buChar char="●"/>
              <a:defRPr sz="1200"/>
            </a:lvl7pPr>
            <a:lvl8pPr indent="-304800" lvl="7" marL="3657600" algn="l">
              <a:lnSpc>
                <a:spcPct val="125000"/>
              </a:lnSpc>
              <a:spcBef>
                <a:spcPts val="800"/>
              </a:spcBef>
              <a:spcAft>
                <a:spcPts val="0"/>
              </a:spcAft>
              <a:buSzPts val="1200"/>
              <a:buChar char="○"/>
              <a:defRPr sz="1200"/>
            </a:lvl8pPr>
            <a:lvl9pPr indent="-304800" lvl="8" marL="4114800" algn="l">
              <a:lnSpc>
                <a:spcPct val="125000"/>
              </a:lnSpc>
              <a:spcBef>
                <a:spcPts val="800"/>
              </a:spcBef>
              <a:spcAft>
                <a:spcPts val="800"/>
              </a:spcAft>
              <a:buSzPts val="1200"/>
              <a:buChar char="■"/>
              <a:defRPr sz="1200"/>
            </a:lvl9pPr>
          </a:lstStyle>
          <a:p/>
        </p:txBody>
      </p:sp>
      <p:pic>
        <p:nvPicPr>
          <p:cNvPr descr=" " id="82" name="Google Shape;82;p19"/>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83" name="Google Shape;83;p1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84" name="Google Shape;84;p19"/>
          <p:cNvSpPr txBox="1"/>
          <p:nvPr>
            <p:ph idx="3" type="subTitle"/>
          </p:nvPr>
        </p:nvSpPr>
        <p:spPr>
          <a:xfrm>
            <a:off x="311700"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5" name="Google Shape;85;p19"/>
          <p:cNvSpPr txBox="1"/>
          <p:nvPr>
            <p:ph idx="4" type="subTitle"/>
          </p:nvPr>
        </p:nvSpPr>
        <p:spPr>
          <a:xfrm>
            <a:off x="4619925" y="2054620"/>
            <a:ext cx="3999900" cy="411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b="1" sz="1400">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id="86" name="Google Shape;86;p19"/>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20"/>
          <p:cNvSpPr txBox="1"/>
          <p:nvPr>
            <p:ph type="title"/>
          </p:nvPr>
        </p:nvSpPr>
        <p:spPr>
          <a:xfrm>
            <a:off x="311700" y="530680"/>
            <a:ext cx="8424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descr=" " id="89" name="Google Shape;89;p20"/>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90" name="Google Shape;90;p20"/>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id="91" name="Google Shape;91;p20"/>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2" name="Shape 92"/>
        <p:cNvGrpSpPr/>
        <p:nvPr/>
      </p:nvGrpSpPr>
      <p:grpSpPr>
        <a:xfrm>
          <a:off x="0" y="0"/>
          <a:ext cx="0" cy="0"/>
          <a:chOff x="0" y="0"/>
          <a:chExt cx="0" cy="0"/>
        </a:xfrm>
      </p:grpSpPr>
      <p:sp>
        <p:nvSpPr>
          <p:cNvPr id="93" name="Google Shape;93;p21"/>
          <p:cNvSpPr txBox="1"/>
          <p:nvPr>
            <p:ph type="title"/>
          </p:nvPr>
        </p:nvSpPr>
        <p:spPr>
          <a:xfrm>
            <a:off x="311700" y="708000"/>
            <a:ext cx="31323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57068C"/>
              </a:buClr>
              <a:buSzPts val="2400"/>
              <a:buNone/>
              <a:defRPr sz="2400">
                <a:solidFill>
                  <a:srgbClr val="57068C"/>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4" name="Google Shape;94;p21"/>
          <p:cNvSpPr txBox="1"/>
          <p:nvPr>
            <p:ph idx="1" type="body"/>
          </p:nvPr>
        </p:nvSpPr>
        <p:spPr>
          <a:xfrm>
            <a:off x="311700" y="1542000"/>
            <a:ext cx="3054600" cy="2886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000"/>
              </a:spcBef>
              <a:spcAft>
                <a:spcPts val="0"/>
              </a:spcAft>
              <a:buSzPts val="1200"/>
              <a:buChar char="○"/>
              <a:defRPr sz="1200"/>
            </a:lvl2pPr>
            <a:lvl3pPr indent="-304800" lvl="2" marL="1371600" algn="l">
              <a:lnSpc>
                <a:spcPct val="115000"/>
              </a:lnSpc>
              <a:spcBef>
                <a:spcPts val="1000"/>
              </a:spcBef>
              <a:spcAft>
                <a:spcPts val="0"/>
              </a:spcAft>
              <a:buSzPts val="1200"/>
              <a:buChar char="■"/>
              <a:defRPr sz="1200"/>
            </a:lvl3pPr>
            <a:lvl4pPr indent="-304800" lvl="3" marL="1828800" algn="l">
              <a:lnSpc>
                <a:spcPct val="115000"/>
              </a:lnSpc>
              <a:spcBef>
                <a:spcPts val="1000"/>
              </a:spcBef>
              <a:spcAft>
                <a:spcPts val="0"/>
              </a:spcAft>
              <a:buSzPts val="1200"/>
              <a:buChar char="●"/>
              <a:defRPr sz="1200"/>
            </a:lvl4pPr>
            <a:lvl5pPr indent="-304800" lvl="4" marL="2286000" algn="l">
              <a:lnSpc>
                <a:spcPct val="115000"/>
              </a:lnSpc>
              <a:spcBef>
                <a:spcPts val="1000"/>
              </a:spcBef>
              <a:spcAft>
                <a:spcPts val="0"/>
              </a:spcAft>
              <a:buSzPts val="1200"/>
              <a:buChar char="○"/>
              <a:defRPr sz="1200"/>
            </a:lvl5pPr>
            <a:lvl6pPr indent="-304800" lvl="5" marL="2743200" algn="l">
              <a:lnSpc>
                <a:spcPct val="115000"/>
              </a:lnSpc>
              <a:spcBef>
                <a:spcPts val="1000"/>
              </a:spcBef>
              <a:spcAft>
                <a:spcPts val="0"/>
              </a:spcAft>
              <a:buSzPts val="1200"/>
              <a:buChar char="■"/>
              <a:defRPr sz="1200"/>
            </a:lvl6pPr>
            <a:lvl7pPr indent="-304800" lvl="6" marL="3200400" algn="l">
              <a:lnSpc>
                <a:spcPct val="115000"/>
              </a:lnSpc>
              <a:spcBef>
                <a:spcPts val="1000"/>
              </a:spcBef>
              <a:spcAft>
                <a:spcPts val="0"/>
              </a:spcAft>
              <a:buSzPts val="1200"/>
              <a:buChar char="●"/>
              <a:defRPr sz="1200"/>
            </a:lvl7pPr>
            <a:lvl8pPr indent="-304800" lvl="7" marL="3657600" algn="l">
              <a:lnSpc>
                <a:spcPct val="115000"/>
              </a:lnSpc>
              <a:spcBef>
                <a:spcPts val="1000"/>
              </a:spcBef>
              <a:spcAft>
                <a:spcPts val="0"/>
              </a:spcAft>
              <a:buSzPts val="1200"/>
              <a:buChar char="○"/>
              <a:defRPr sz="1200"/>
            </a:lvl8pPr>
            <a:lvl9pPr indent="-304800" lvl="8" marL="4114800" algn="l">
              <a:lnSpc>
                <a:spcPct val="115000"/>
              </a:lnSpc>
              <a:spcBef>
                <a:spcPts val="1000"/>
              </a:spcBef>
              <a:spcAft>
                <a:spcPts val="1000"/>
              </a:spcAft>
              <a:buSzPts val="1200"/>
              <a:buChar char="■"/>
              <a:defRPr sz="1200"/>
            </a:lvl9pPr>
          </a:lstStyle>
          <a:p/>
        </p:txBody>
      </p:sp>
      <p:pic>
        <p:nvPicPr>
          <p:cNvPr descr=" " id="95" name="Google Shape;95;p21"/>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96" name="Google Shape;96;p21"/>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pic>
        <p:nvPicPr>
          <p:cNvPr id="97" name="Google Shape;97;p21"/>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orient="horz" pos="432">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8" name="Shape 98"/>
        <p:cNvGrpSpPr/>
        <p:nvPr/>
      </p:nvGrpSpPr>
      <p:grpSpPr>
        <a:xfrm>
          <a:off x="0" y="0"/>
          <a:ext cx="0" cy="0"/>
          <a:chOff x="0" y="0"/>
          <a:chExt cx="0" cy="0"/>
        </a:xfrm>
      </p:grpSpPr>
      <p:sp>
        <p:nvSpPr>
          <p:cNvPr id="99" name="Google Shape;99;p22"/>
          <p:cNvSpPr txBox="1"/>
          <p:nvPr>
            <p:ph type="title"/>
          </p:nvPr>
        </p:nvSpPr>
        <p:spPr>
          <a:xfrm>
            <a:off x="1772975" y="528144"/>
            <a:ext cx="5597700" cy="2475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Clr>
                <a:srgbClr val="57068C"/>
              </a:buClr>
              <a:buSzPts val="5600"/>
              <a:buNone/>
              <a:defRPr sz="5600">
                <a:solidFill>
                  <a:srgbClr val="57068C"/>
                </a:solidFill>
              </a:defRPr>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pic>
        <p:nvPicPr>
          <p:cNvPr descr=" " id="100" name="Google Shape;100;p22"/>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01" name="Google Shape;101;p22"/>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02" name="Google Shape;102;p22"/>
          <p:cNvSpPr txBox="1"/>
          <p:nvPr>
            <p:ph idx="1" type="body"/>
          </p:nvPr>
        </p:nvSpPr>
        <p:spPr>
          <a:xfrm>
            <a:off x="2120250" y="2660325"/>
            <a:ext cx="4903500" cy="1615500"/>
          </a:xfrm>
          <a:prstGeom prst="rect">
            <a:avLst/>
          </a:prstGeom>
          <a:noFill/>
          <a:ln>
            <a:noFill/>
          </a:ln>
        </p:spPr>
        <p:txBody>
          <a:bodyPr anchorCtr="0" anchor="t" bIns="91425" lIns="91425" spcFirstLastPara="1" rIns="91425" wrap="square" tIns="91425">
            <a:noAutofit/>
          </a:bodyPr>
          <a:lstStyle>
            <a:lvl1pPr indent="-330200" lvl="0" marL="457200" algn="ctr">
              <a:lnSpc>
                <a:spcPct val="125000"/>
              </a:lnSpc>
              <a:spcBef>
                <a:spcPts val="0"/>
              </a:spcBef>
              <a:spcAft>
                <a:spcPts val="0"/>
              </a:spcAft>
              <a:buSzPts val="1600"/>
              <a:buChar char="●"/>
              <a:defRPr sz="1600"/>
            </a:lvl1pPr>
            <a:lvl2pPr indent="-330200" lvl="1" marL="914400" algn="ctr">
              <a:lnSpc>
                <a:spcPct val="125000"/>
              </a:lnSpc>
              <a:spcBef>
                <a:spcPts val="0"/>
              </a:spcBef>
              <a:spcAft>
                <a:spcPts val="0"/>
              </a:spcAft>
              <a:buSzPts val="1600"/>
              <a:buChar char="○"/>
              <a:defRPr sz="1600"/>
            </a:lvl2pPr>
            <a:lvl3pPr indent="-330200" lvl="2" marL="1371600" algn="ctr">
              <a:lnSpc>
                <a:spcPct val="125000"/>
              </a:lnSpc>
              <a:spcBef>
                <a:spcPts val="0"/>
              </a:spcBef>
              <a:spcAft>
                <a:spcPts val="0"/>
              </a:spcAft>
              <a:buSzPts val="1600"/>
              <a:buChar char="■"/>
              <a:defRPr sz="1600"/>
            </a:lvl3pPr>
            <a:lvl4pPr indent="-330200" lvl="3" marL="1828800" algn="ctr">
              <a:lnSpc>
                <a:spcPct val="125000"/>
              </a:lnSpc>
              <a:spcBef>
                <a:spcPts val="0"/>
              </a:spcBef>
              <a:spcAft>
                <a:spcPts val="0"/>
              </a:spcAft>
              <a:buSzPts val="1600"/>
              <a:buChar char="●"/>
              <a:defRPr sz="1600"/>
            </a:lvl4pPr>
            <a:lvl5pPr indent="-330200" lvl="4" marL="2286000" algn="ctr">
              <a:lnSpc>
                <a:spcPct val="125000"/>
              </a:lnSpc>
              <a:spcBef>
                <a:spcPts val="0"/>
              </a:spcBef>
              <a:spcAft>
                <a:spcPts val="0"/>
              </a:spcAft>
              <a:buSzPts val="1600"/>
              <a:buChar char="○"/>
              <a:defRPr sz="1600"/>
            </a:lvl5pPr>
            <a:lvl6pPr indent="-330200" lvl="5" marL="2743200" algn="ctr">
              <a:lnSpc>
                <a:spcPct val="125000"/>
              </a:lnSpc>
              <a:spcBef>
                <a:spcPts val="0"/>
              </a:spcBef>
              <a:spcAft>
                <a:spcPts val="0"/>
              </a:spcAft>
              <a:buSzPts val="1600"/>
              <a:buChar char="■"/>
              <a:defRPr sz="1600"/>
            </a:lvl6pPr>
            <a:lvl7pPr indent="-330200" lvl="6" marL="3200400" algn="ctr">
              <a:lnSpc>
                <a:spcPct val="125000"/>
              </a:lnSpc>
              <a:spcBef>
                <a:spcPts val="0"/>
              </a:spcBef>
              <a:spcAft>
                <a:spcPts val="0"/>
              </a:spcAft>
              <a:buSzPts val="1600"/>
              <a:buChar char="●"/>
              <a:defRPr sz="1600"/>
            </a:lvl7pPr>
            <a:lvl8pPr indent="-330200" lvl="7" marL="3657600" algn="ctr">
              <a:lnSpc>
                <a:spcPct val="125000"/>
              </a:lnSpc>
              <a:spcBef>
                <a:spcPts val="0"/>
              </a:spcBef>
              <a:spcAft>
                <a:spcPts val="0"/>
              </a:spcAft>
              <a:buSzPts val="1600"/>
              <a:buChar char="○"/>
              <a:defRPr sz="1600"/>
            </a:lvl8pPr>
            <a:lvl9pPr indent="-330200" lvl="8" marL="4114800" algn="ctr">
              <a:lnSpc>
                <a:spcPct val="125000"/>
              </a:lnSpc>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3" name="Shape 103"/>
        <p:cNvGrpSpPr/>
        <p:nvPr/>
      </p:nvGrpSpPr>
      <p:grpSpPr>
        <a:xfrm>
          <a:off x="0" y="0"/>
          <a:ext cx="0" cy="0"/>
          <a:chOff x="0" y="0"/>
          <a:chExt cx="0" cy="0"/>
        </a:xfrm>
      </p:grpSpPr>
      <p:sp>
        <p:nvSpPr>
          <p:cNvPr descr=" " id="104" name="Google Shape;104;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3"/>
          <p:cNvSpPr txBox="1"/>
          <p:nvPr>
            <p:ph type="title"/>
          </p:nvPr>
        </p:nvSpPr>
        <p:spPr>
          <a:xfrm>
            <a:off x="294375" y="1233175"/>
            <a:ext cx="4079100" cy="14823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sz="3600">
                <a:solidFill>
                  <a:srgbClr val="57068C"/>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 name="Google Shape;106;p23"/>
          <p:cNvSpPr txBox="1"/>
          <p:nvPr>
            <p:ph idx="1" type="subTitle"/>
          </p:nvPr>
        </p:nvSpPr>
        <p:spPr>
          <a:xfrm>
            <a:off x="294375" y="2803075"/>
            <a:ext cx="36168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9A6ABA"/>
              </a:buClr>
              <a:buSzPts val="1800"/>
              <a:buNone/>
              <a:defRPr>
                <a:solidFill>
                  <a:srgbClr val="9A6ABA"/>
                </a:solidFill>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07" name="Google Shape;107;p23"/>
          <p:cNvSpPr txBox="1"/>
          <p:nvPr>
            <p:ph idx="2" type="body"/>
          </p:nvPr>
        </p:nvSpPr>
        <p:spPr>
          <a:xfrm>
            <a:off x="4939500" y="724075"/>
            <a:ext cx="3837000" cy="35517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pic>
        <p:nvPicPr>
          <p:cNvPr descr=" " id="108" name="Google Shape;108;p23"/>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09" name="Google Shape;109;p23"/>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0" name="Shape 110"/>
        <p:cNvGrpSpPr/>
        <p:nvPr/>
      </p:nvGrpSpPr>
      <p:grpSpPr>
        <a:xfrm>
          <a:off x="0" y="0"/>
          <a:ext cx="0" cy="0"/>
          <a:chOff x="0" y="0"/>
          <a:chExt cx="0" cy="0"/>
        </a:xfrm>
      </p:grpSpPr>
      <p:pic>
        <p:nvPicPr>
          <p:cNvPr descr=" " id="111" name="Google Shape;111;p24"/>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12" name="Google Shape;112;p24"/>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13" name="Google Shape;113;p24"/>
          <p:cNvSpPr txBox="1"/>
          <p:nvPr>
            <p:ph type="title"/>
          </p:nvPr>
        </p:nvSpPr>
        <p:spPr>
          <a:xfrm>
            <a:off x="311700" y="3619355"/>
            <a:ext cx="4511700" cy="605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333333"/>
              </a:buClr>
              <a:buSzPts val="1800"/>
              <a:buFont typeface="Montserrat"/>
              <a:buNone/>
              <a:defRPr b="0" sz="18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atin typeface="Montserrat"/>
                <a:ea typeface="Montserrat"/>
                <a:cs typeface="Montserrat"/>
                <a:sym typeface="Montserrat"/>
              </a:defRPr>
            </a:lvl2pPr>
            <a:lvl3pPr lvl="2" algn="l">
              <a:lnSpc>
                <a:spcPct val="100000"/>
              </a:lnSpc>
              <a:spcBef>
                <a:spcPts val="0"/>
              </a:spcBef>
              <a:spcAft>
                <a:spcPts val="0"/>
              </a:spcAft>
              <a:buSzPts val="2800"/>
              <a:buNone/>
              <a:defRPr>
                <a:latin typeface="Montserrat"/>
                <a:ea typeface="Montserrat"/>
                <a:cs typeface="Montserrat"/>
                <a:sym typeface="Montserrat"/>
              </a:defRPr>
            </a:lvl3pPr>
            <a:lvl4pPr lvl="3" algn="l">
              <a:lnSpc>
                <a:spcPct val="100000"/>
              </a:lnSpc>
              <a:spcBef>
                <a:spcPts val="0"/>
              </a:spcBef>
              <a:spcAft>
                <a:spcPts val="0"/>
              </a:spcAft>
              <a:buSzPts val="2800"/>
              <a:buNone/>
              <a:defRPr>
                <a:latin typeface="Montserrat"/>
                <a:ea typeface="Montserrat"/>
                <a:cs typeface="Montserrat"/>
                <a:sym typeface="Montserrat"/>
              </a:defRPr>
            </a:lvl4pPr>
            <a:lvl5pPr lvl="4" algn="l">
              <a:lnSpc>
                <a:spcPct val="100000"/>
              </a:lnSpc>
              <a:spcBef>
                <a:spcPts val="0"/>
              </a:spcBef>
              <a:spcAft>
                <a:spcPts val="0"/>
              </a:spcAft>
              <a:buSzPts val="2800"/>
              <a:buNone/>
              <a:defRPr>
                <a:latin typeface="Montserrat"/>
                <a:ea typeface="Montserrat"/>
                <a:cs typeface="Montserrat"/>
                <a:sym typeface="Montserrat"/>
              </a:defRPr>
            </a:lvl5pPr>
            <a:lvl6pPr lvl="5" algn="l">
              <a:lnSpc>
                <a:spcPct val="100000"/>
              </a:lnSpc>
              <a:spcBef>
                <a:spcPts val="0"/>
              </a:spcBef>
              <a:spcAft>
                <a:spcPts val="0"/>
              </a:spcAft>
              <a:buSzPts val="2800"/>
              <a:buNone/>
              <a:defRPr>
                <a:latin typeface="Montserrat"/>
                <a:ea typeface="Montserrat"/>
                <a:cs typeface="Montserrat"/>
                <a:sym typeface="Montserrat"/>
              </a:defRPr>
            </a:lvl6pPr>
            <a:lvl7pPr lvl="6" algn="l">
              <a:lnSpc>
                <a:spcPct val="100000"/>
              </a:lnSpc>
              <a:spcBef>
                <a:spcPts val="0"/>
              </a:spcBef>
              <a:spcAft>
                <a:spcPts val="0"/>
              </a:spcAft>
              <a:buSzPts val="2800"/>
              <a:buNone/>
              <a:defRPr>
                <a:latin typeface="Montserrat"/>
                <a:ea typeface="Montserrat"/>
                <a:cs typeface="Montserrat"/>
                <a:sym typeface="Montserrat"/>
              </a:defRPr>
            </a:lvl7pPr>
            <a:lvl8pPr lvl="7" algn="l">
              <a:lnSpc>
                <a:spcPct val="100000"/>
              </a:lnSpc>
              <a:spcBef>
                <a:spcPts val="0"/>
              </a:spcBef>
              <a:spcAft>
                <a:spcPts val="0"/>
              </a:spcAft>
              <a:buSzPts val="2800"/>
              <a:buNone/>
              <a:defRPr>
                <a:latin typeface="Montserrat"/>
                <a:ea typeface="Montserrat"/>
                <a:cs typeface="Montserrat"/>
                <a:sym typeface="Montserrat"/>
              </a:defRPr>
            </a:lvl8pPr>
            <a:lvl9pPr lvl="8" algn="l">
              <a:lnSpc>
                <a:spcPct val="100000"/>
              </a:lnSpc>
              <a:spcBef>
                <a:spcPts val="0"/>
              </a:spcBef>
              <a:spcAft>
                <a:spcPts val="0"/>
              </a:spcAft>
              <a:buSzPts val="2800"/>
              <a:buNone/>
              <a:defRPr>
                <a:latin typeface="Montserrat"/>
                <a:ea typeface="Montserrat"/>
                <a:cs typeface="Montserrat"/>
                <a:sym typeface="Montserrat"/>
              </a:defRPr>
            </a:lvl9pPr>
          </a:lstStyle>
          <a:p/>
        </p:txBody>
      </p:sp>
      <p:pic>
        <p:nvPicPr>
          <p:cNvPr id="114" name="Google Shape;114;p24"/>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5" name="Shape 115"/>
        <p:cNvGrpSpPr/>
        <p:nvPr/>
      </p:nvGrpSpPr>
      <p:grpSpPr>
        <a:xfrm>
          <a:off x="0" y="0"/>
          <a:ext cx="0" cy="0"/>
          <a:chOff x="0" y="0"/>
          <a:chExt cx="0" cy="0"/>
        </a:xfrm>
      </p:grpSpPr>
      <p:pic>
        <p:nvPicPr>
          <p:cNvPr id="116" name="Google Shape;116;p25"/>
          <p:cNvPicPr preferRelativeResize="0"/>
          <p:nvPr/>
        </p:nvPicPr>
        <p:blipFill rotWithShape="1">
          <a:blip r:embed="rId2">
            <a:alphaModFix/>
          </a:blip>
          <a:srcRect b="0" l="0" r="0" t="0"/>
          <a:stretch/>
        </p:blipFill>
        <p:spPr>
          <a:xfrm>
            <a:off x="3965" y="0"/>
            <a:ext cx="9136072" cy="5143501"/>
          </a:xfrm>
          <a:prstGeom prst="rect">
            <a:avLst/>
          </a:prstGeom>
          <a:noFill/>
          <a:ln>
            <a:noFill/>
          </a:ln>
        </p:spPr>
      </p:pic>
      <p:sp>
        <p:nvSpPr>
          <p:cNvPr id="117" name="Google Shape;117;p25"/>
          <p:cNvSpPr txBox="1"/>
          <p:nvPr>
            <p:ph hasCustomPrompt="1" type="title"/>
          </p:nvPr>
        </p:nvSpPr>
        <p:spPr>
          <a:xfrm>
            <a:off x="311700" y="606575"/>
            <a:ext cx="8520600" cy="1671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57068C"/>
              </a:buClr>
              <a:buSzPts val="13000"/>
              <a:buNone/>
              <a:defRPr sz="13000">
                <a:solidFill>
                  <a:srgbClr val="57068C"/>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8" name="Google Shape;118;p25"/>
          <p:cNvSpPr txBox="1"/>
          <p:nvPr>
            <p:ph idx="1" type="body"/>
          </p:nvPr>
        </p:nvSpPr>
        <p:spPr>
          <a:xfrm>
            <a:off x="3007950" y="3094875"/>
            <a:ext cx="3128100" cy="1186800"/>
          </a:xfrm>
          <a:prstGeom prst="rect">
            <a:avLst/>
          </a:prstGeom>
          <a:noFill/>
          <a:ln>
            <a:noFill/>
          </a:ln>
        </p:spPr>
        <p:txBody>
          <a:bodyPr anchorCtr="0" anchor="t" bIns="91425" lIns="91425" spcFirstLastPara="1" rIns="91425" wrap="square" tIns="91425">
            <a:noAutofit/>
          </a:bodyPr>
          <a:lstStyle>
            <a:lvl1pPr indent="-298450" lvl="0" marL="457200" algn="ctr">
              <a:lnSpc>
                <a:spcPct val="115000"/>
              </a:lnSpc>
              <a:spcBef>
                <a:spcPts val="0"/>
              </a:spcBef>
              <a:spcAft>
                <a:spcPts val="0"/>
              </a:spcAft>
              <a:buSzPts val="1100"/>
              <a:buChar char="●"/>
              <a:defRPr sz="1100"/>
            </a:lvl1pPr>
            <a:lvl2pPr indent="-298450" lvl="1" marL="914400" algn="ctr">
              <a:lnSpc>
                <a:spcPct val="115000"/>
              </a:lnSpc>
              <a:spcBef>
                <a:spcPts val="0"/>
              </a:spcBef>
              <a:spcAft>
                <a:spcPts val="0"/>
              </a:spcAft>
              <a:buSzPts val="1100"/>
              <a:buChar char="○"/>
              <a:defRPr sz="1100"/>
            </a:lvl2pPr>
            <a:lvl3pPr indent="-298450" lvl="2" marL="1371600" algn="ctr">
              <a:lnSpc>
                <a:spcPct val="115000"/>
              </a:lnSpc>
              <a:spcBef>
                <a:spcPts val="0"/>
              </a:spcBef>
              <a:spcAft>
                <a:spcPts val="0"/>
              </a:spcAft>
              <a:buSzPts val="1100"/>
              <a:buChar char="■"/>
              <a:defRPr sz="1100"/>
            </a:lvl3pPr>
            <a:lvl4pPr indent="-298450" lvl="3" marL="1828800" algn="ctr">
              <a:lnSpc>
                <a:spcPct val="115000"/>
              </a:lnSpc>
              <a:spcBef>
                <a:spcPts val="0"/>
              </a:spcBef>
              <a:spcAft>
                <a:spcPts val="0"/>
              </a:spcAft>
              <a:buSzPts val="1100"/>
              <a:buChar char="●"/>
              <a:defRPr sz="1100"/>
            </a:lvl4pPr>
            <a:lvl5pPr indent="-298450" lvl="4" marL="2286000" algn="ctr">
              <a:lnSpc>
                <a:spcPct val="115000"/>
              </a:lnSpc>
              <a:spcBef>
                <a:spcPts val="0"/>
              </a:spcBef>
              <a:spcAft>
                <a:spcPts val="0"/>
              </a:spcAft>
              <a:buSzPts val="1100"/>
              <a:buChar char="○"/>
              <a:defRPr sz="1100"/>
            </a:lvl5pPr>
            <a:lvl6pPr indent="-298450" lvl="5" marL="2743200" algn="ctr">
              <a:lnSpc>
                <a:spcPct val="115000"/>
              </a:lnSpc>
              <a:spcBef>
                <a:spcPts val="0"/>
              </a:spcBef>
              <a:spcAft>
                <a:spcPts val="0"/>
              </a:spcAft>
              <a:buSzPts val="1100"/>
              <a:buChar char="■"/>
              <a:defRPr sz="1100"/>
            </a:lvl6pPr>
            <a:lvl7pPr indent="-298450" lvl="6" marL="3200400" algn="ctr">
              <a:lnSpc>
                <a:spcPct val="115000"/>
              </a:lnSpc>
              <a:spcBef>
                <a:spcPts val="0"/>
              </a:spcBef>
              <a:spcAft>
                <a:spcPts val="0"/>
              </a:spcAft>
              <a:buSzPts val="1100"/>
              <a:buChar char="●"/>
              <a:defRPr sz="1100"/>
            </a:lvl7pPr>
            <a:lvl8pPr indent="-298450" lvl="7" marL="3657600" algn="ctr">
              <a:lnSpc>
                <a:spcPct val="115000"/>
              </a:lnSpc>
              <a:spcBef>
                <a:spcPts val="0"/>
              </a:spcBef>
              <a:spcAft>
                <a:spcPts val="0"/>
              </a:spcAft>
              <a:buSzPts val="1100"/>
              <a:buChar char="○"/>
              <a:defRPr sz="1100"/>
            </a:lvl8pPr>
            <a:lvl9pPr indent="-298450" lvl="8" marL="4114800" algn="ctr">
              <a:lnSpc>
                <a:spcPct val="115000"/>
              </a:lnSpc>
              <a:spcBef>
                <a:spcPts val="0"/>
              </a:spcBef>
              <a:spcAft>
                <a:spcPts val="0"/>
              </a:spcAft>
              <a:buSzPts val="1100"/>
              <a:buChar char="■"/>
              <a:defRPr sz="1100"/>
            </a:lvl9pPr>
          </a:lstStyle>
          <a:p/>
        </p:txBody>
      </p:sp>
      <p:pic>
        <p:nvPicPr>
          <p:cNvPr descr=" " id="119" name="Google Shape;119;p25"/>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20" name="Google Shape;120;p25"/>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21" name="Google Shape;121;p25"/>
          <p:cNvSpPr txBox="1"/>
          <p:nvPr>
            <p:ph idx="2" type="subTitle"/>
          </p:nvPr>
        </p:nvSpPr>
        <p:spPr>
          <a:xfrm>
            <a:off x="1429500" y="2353776"/>
            <a:ext cx="6285000" cy="463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800"/>
              <a:buNone/>
              <a:defRPr b="1" sz="2800">
                <a:solidFill>
                  <a:schemeClr val="accent1"/>
                </a:solidFill>
                <a:latin typeface="Frank Ruhl Libre"/>
                <a:ea typeface="Frank Ruhl Libre"/>
                <a:cs typeface="Frank Ruhl Libre"/>
                <a:sym typeface="Frank Ruhl Libr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p:cSld name="CUSTOM">
    <p:spTree>
      <p:nvGrpSpPr>
        <p:cNvPr id="122" name="Shape 122"/>
        <p:cNvGrpSpPr/>
        <p:nvPr/>
      </p:nvGrpSpPr>
      <p:grpSpPr>
        <a:xfrm>
          <a:off x="0" y="0"/>
          <a:ext cx="0" cy="0"/>
          <a:chOff x="0" y="0"/>
          <a:chExt cx="0" cy="0"/>
        </a:xfrm>
      </p:grpSpPr>
      <p:pic>
        <p:nvPicPr>
          <p:cNvPr id="123" name="Google Shape;123;p26"/>
          <p:cNvPicPr preferRelativeResize="0"/>
          <p:nvPr/>
        </p:nvPicPr>
        <p:blipFill rotWithShape="1">
          <a:blip r:embed="rId2">
            <a:alphaModFix/>
          </a:blip>
          <a:srcRect b="0" l="0" r="0" t="0"/>
          <a:stretch/>
        </p:blipFill>
        <p:spPr>
          <a:xfrm>
            <a:off x="0" y="0"/>
            <a:ext cx="9143997" cy="5143510"/>
          </a:xfrm>
          <a:prstGeom prst="rect">
            <a:avLst/>
          </a:prstGeom>
          <a:noFill/>
          <a:ln>
            <a:noFill/>
          </a:ln>
        </p:spPr>
      </p:pic>
      <p:pic>
        <p:nvPicPr>
          <p:cNvPr descr=" " id="124" name="Google Shape;124;p26"/>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25" name="Google Shape;125;p26"/>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26" name="Google Shape;126;p26"/>
          <p:cNvSpPr txBox="1"/>
          <p:nvPr>
            <p:ph type="title"/>
          </p:nvPr>
        </p:nvSpPr>
        <p:spPr>
          <a:xfrm>
            <a:off x="4969800" y="1412750"/>
            <a:ext cx="3766800" cy="13746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57068C"/>
              </a:buClr>
              <a:buSzPts val="3600"/>
              <a:buNone/>
              <a:defRPr>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7" name="Google Shape;127;p26"/>
          <p:cNvSpPr txBox="1"/>
          <p:nvPr>
            <p:ph idx="1" type="body"/>
          </p:nvPr>
        </p:nvSpPr>
        <p:spPr>
          <a:xfrm>
            <a:off x="4969675" y="2901150"/>
            <a:ext cx="3766800" cy="1374600"/>
          </a:xfrm>
          <a:prstGeom prst="rect">
            <a:avLst/>
          </a:prstGeom>
          <a:noFill/>
          <a:ln>
            <a:noFill/>
          </a:ln>
        </p:spPr>
        <p:txBody>
          <a:bodyPr anchorCtr="0" anchor="t" bIns="91425" lIns="91425" spcFirstLastPara="1" rIns="91425" wrap="square" tIns="91425">
            <a:noAutofit/>
          </a:bodyPr>
          <a:lstStyle>
            <a:lvl1pPr indent="-298450" lvl="0" marL="457200" algn="l">
              <a:lnSpc>
                <a:spcPct val="125000"/>
              </a:lnSpc>
              <a:spcBef>
                <a:spcPts val="0"/>
              </a:spcBef>
              <a:spcAft>
                <a:spcPts val="0"/>
              </a:spcAft>
              <a:buSzPts val="1100"/>
              <a:buChar char="●"/>
              <a:defRPr sz="1100"/>
            </a:lvl1pPr>
            <a:lvl2pPr indent="-298450" lvl="1" marL="914400" algn="l">
              <a:lnSpc>
                <a:spcPct val="125000"/>
              </a:lnSpc>
              <a:spcBef>
                <a:spcPts val="800"/>
              </a:spcBef>
              <a:spcAft>
                <a:spcPts val="0"/>
              </a:spcAft>
              <a:buSzPts val="1100"/>
              <a:buChar char="○"/>
              <a:defRPr sz="1100"/>
            </a:lvl2pPr>
            <a:lvl3pPr indent="-298450" lvl="2" marL="1371600" algn="l">
              <a:lnSpc>
                <a:spcPct val="125000"/>
              </a:lnSpc>
              <a:spcBef>
                <a:spcPts val="800"/>
              </a:spcBef>
              <a:spcAft>
                <a:spcPts val="0"/>
              </a:spcAft>
              <a:buSzPts val="1100"/>
              <a:buChar char="■"/>
              <a:defRPr sz="1100"/>
            </a:lvl3pPr>
            <a:lvl4pPr indent="-298450" lvl="3" marL="1828800" algn="l">
              <a:lnSpc>
                <a:spcPct val="125000"/>
              </a:lnSpc>
              <a:spcBef>
                <a:spcPts val="800"/>
              </a:spcBef>
              <a:spcAft>
                <a:spcPts val="0"/>
              </a:spcAft>
              <a:buSzPts val="1100"/>
              <a:buChar char="●"/>
              <a:defRPr sz="1100"/>
            </a:lvl4pPr>
            <a:lvl5pPr indent="-298450" lvl="4" marL="2286000" algn="l">
              <a:lnSpc>
                <a:spcPct val="125000"/>
              </a:lnSpc>
              <a:spcBef>
                <a:spcPts val="800"/>
              </a:spcBef>
              <a:spcAft>
                <a:spcPts val="0"/>
              </a:spcAft>
              <a:buSzPts val="1100"/>
              <a:buChar char="○"/>
              <a:defRPr sz="1100"/>
            </a:lvl5pPr>
            <a:lvl6pPr indent="-298450" lvl="5" marL="2743200" algn="l">
              <a:lnSpc>
                <a:spcPct val="125000"/>
              </a:lnSpc>
              <a:spcBef>
                <a:spcPts val="800"/>
              </a:spcBef>
              <a:spcAft>
                <a:spcPts val="0"/>
              </a:spcAft>
              <a:buSzPts val="1100"/>
              <a:buChar char="■"/>
              <a:defRPr sz="1100"/>
            </a:lvl6pPr>
            <a:lvl7pPr indent="-298450" lvl="6" marL="3200400" algn="l">
              <a:lnSpc>
                <a:spcPct val="125000"/>
              </a:lnSpc>
              <a:spcBef>
                <a:spcPts val="800"/>
              </a:spcBef>
              <a:spcAft>
                <a:spcPts val="0"/>
              </a:spcAft>
              <a:buSzPts val="1100"/>
              <a:buChar char="●"/>
              <a:defRPr sz="1100"/>
            </a:lvl7pPr>
            <a:lvl8pPr indent="-298450" lvl="7" marL="3657600" algn="l">
              <a:lnSpc>
                <a:spcPct val="125000"/>
              </a:lnSpc>
              <a:spcBef>
                <a:spcPts val="800"/>
              </a:spcBef>
              <a:spcAft>
                <a:spcPts val="0"/>
              </a:spcAft>
              <a:buSzPts val="1100"/>
              <a:buChar char="○"/>
              <a:defRPr sz="1100"/>
            </a:lvl8pPr>
            <a:lvl9pPr indent="-298450" lvl="8" marL="4114800" algn="l">
              <a:lnSpc>
                <a:spcPct val="125000"/>
              </a:lnSpc>
              <a:spcBef>
                <a:spcPts val="800"/>
              </a:spcBef>
              <a:spcAft>
                <a:spcPts val="800"/>
              </a:spcAft>
              <a:buSzPts val="1100"/>
              <a:buChar char="■"/>
              <a:defRPr sz="11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1">
    <p:spTree>
      <p:nvGrpSpPr>
        <p:cNvPr id="128" name="Shape 128"/>
        <p:cNvGrpSpPr/>
        <p:nvPr/>
      </p:nvGrpSpPr>
      <p:grpSpPr>
        <a:xfrm>
          <a:off x="0" y="0"/>
          <a:ext cx="0" cy="0"/>
          <a:chOff x="0" y="0"/>
          <a:chExt cx="0" cy="0"/>
        </a:xfrm>
      </p:grpSpPr>
      <p:pic>
        <p:nvPicPr>
          <p:cNvPr descr=" " id="129" name="Google Shape;129;p27"/>
          <p:cNvPicPr preferRelativeResize="0"/>
          <p:nvPr/>
        </p:nvPicPr>
        <p:blipFill rotWithShape="1">
          <a:blip r:embed="rId2">
            <a:alphaModFix/>
          </a:blip>
          <a:srcRect b="0" l="0" r="0" t="0"/>
          <a:stretch/>
        </p:blipFill>
        <p:spPr>
          <a:xfrm>
            <a:off x="407175" y="4539121"/>
            <a:ext cx="776077" cy="263400"/>
          </a:xfrm>
          <a:prstGeom prst="rect">
            <a:avLst/>
          </a:prstGeom>
          <a:noFill/>
          <a:ln>
            <a:noFill/>
          </a:ln>
        </p:spPr>
      </p:pic>
      <p:sp>
        <p:nvSpPr>
          <p:cNvPr id="130" name="Google Shape;130;p27"/>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31" name="Google Shape;131;p27"/>
          <p:cNvSpPr txBox="1"/>
          <p:nvPr>
            <p:ph type="title"/>
          </p:nvPr>
        </p:nvSpPr>
        <p:spPr>
          <a:xfrm>
            <a:off x="311700" y="587975"/>
            <a:ext cx="3610800" cy="891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rgbClr val="57068C"/>
              </a:buClr>
              <a:buSzPts val="4000"/>
              <a:buNone/>
              <a:defRPr sz="4000">
                <a:solidFill>
                  <a:srgbClr val="57068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2" name="Google Shape;132;p27"/>
          <p:cNvSpPr txBox="1"/>
          <p:nvPr>
            <p:ph idx="1" type="body"/>
          </p:nvPr>
        </p:nvSpPr>
        <p:spPr>
          <a:xfrm>
            <a:off x="311700" y="1836175"/>
            <a:ext cx="3610800" cy="2439600"/>
          </a:xfrm>
          <a:prstGeom prst="rect">
            <a:avLst/>
          </a:prstGeom>
          <a:noFill/>
          <a:ln>
            <a:noFill/>
          </a:ln>
        </p:spPr>
        <p:txBody>
          <a:bodyPr anchorCtr="0" anchor="t" bIns="91425" lIns="91425" spcFirstLastPara="1" rIns="91425" wrap="square" tIns="91425">
            <a:noAutofit/>
          </a:bodyPr>
          <a:lstStyle>
            <a:lvl1pPr indent="-317500" lvl="0" marL="457200" algn="l">
              <a:lnSpc>
                <a:spcPct val="125000"/>
              </a:lnSpc>
              <a:spcBef>
                <a:spcPts val="0"/>
              </a:spcBef>
              <a:spcAft>
                <a:spcPts val="0"/>
              </a:spcAft>
              <a:buSzPts val="1400"/>
              <a:buChar char="●"/>
              <a:defRPr sz="1400"/>
            </a:lvl1pPr>
            <a:lvl2pPr indent="-317500" lvl="1" marL="914400" algn="l">
              <a:lnSpc>
                <a:spcPct val="125000"/>
              </a:lnSpc>
              <a:spcBef>
                <a:spcPts val="800"/>
              </a:spcBef>
              <a:spcAft>
                <a:spcPts val="0"/>
              </a:spcAft>
              <a:buSzPts val="1400"/>
              <a:buChar char="○"/>
              <a:defRPr/>
            </a:lvl2pPr>
            <a:lvl3pPr indent="-317500" lvl="2" marL="1371600" algn="l">
              <a:lnSpc>
                <a:spcPct val="125000"/>
              </a:lnSpc>
              <a:spcBef>
                <a:spcPts val="800"/>
              </a:spcBef>
              <a:spcAft>
                <a:spcPts val="0"/>
              </a:spcAft>
              <a:buSzPts val="1400"/>
              <a:buChar char="■"/>
              <a:defRPr/>
            </a:lvl3pPr>
            <a:lvl4pPr indent="-317500" lvl="3" marL="1828800" algn="l">
              <a:lnSpc>
                <a:spcPct val="125000"/>
              </a:lnSpc>
              <a:spcBef>
                <a:spcPts val="800"/>
              </a:spcBef>
              <a:spcAft>
                <a:spcPts val="0"/>
              </a:spcAft>
              <a:buSzPts val="1400"/>
              <a:buChar char="●"/>
              <a:defRPr/>
            </a:lvl4pPr>
            <a:lvl5pPr indent="-317500" lvl="4" marL="2286000" algn="l">
              <a:lnSpc>
                <a:spcPct val="125000"/>
              </a:lnSpc>
              <a:spcBef>
                <a:spcPts val="800"/>
              </a:spcBef>
              <a:spcAft>
                <a:spcPts val="0"/>
              </a:spcAft>
              <a:buSzPts val="1400"/>
              <a:buChar char="○"/>
              <a:defRPr/>
            </a:lvl5pPr>
            <a:lvl6pPr indent="-317500" lvl="5" marL="2743200" algn="l">
              <a:lnSpc>
                <a:spcPct val="125000"/>
              </a:lnSpc>
              <a:spcBef>
                <a:spcPts val="800"/>
              </a:spcBef>
              <a:spcAft>
                <a:spcPts val="0"/>
              </a:spcAft>
              <a:buSzPts val="1400"/>
              <a:buChar char="■"/>
              <a:defRPr/>
            </a:lvl6pPr>
            <a:lvl7pPr indent="-317500" lvl="6" marL="3200400" algn="l">
              <a:lnSpc>
                <a:spcPct val="125000"/>
              </a:lnSpc>
              <a:spcBef>
                <a:spcPts val="800"/>
              </a:spcBef>
              <a:spcAft>
                <a:spcPts val="0"/>
              </a:spcAft>
              <a:buSzPts val="1400"/>
              <a:buChar char="●"/>
              <a:defRPr/>
            </a:lvl7pPr>
            <a:lvl8pPr indent="-317500" lvl="7" marL="3657600" algn="l">
              <a:lnSpc>
                <a:spcPct val="125000"/>
              </a:lnSpc>
              <a:spcBef>
                <a:spcPts val="800"/>
              </a:spcBef>
              <a:spcAft>
                <a:spcPts val="0"/>
              </a:spcAft>
              <a:buSzPts val="1400"/>
              <a:buChar char="○"/>
              <a:defRPr/>
            </a:lvl8pPr>
            <a:lvl9pPr indent="-317500" lvl="8" marL="4114800" algn="l">
              <a:lnSpc>
                <a:spcPct val="125000"/>
              </a:lnSpc>
              <a:spcBef>
                <a:spcPts val="800"/>
              </a:spcBef>
              <a:spcAft>
                <a:spcPts val="800"/>
              </a:spcAft>
              <a:buSzPts val="1400"/>
              <a:buChar char="■"/>
              <a:defRPr/>
            </a:lvl9pPr>
          </a:lstStyle>
          <a:p/>
        </p:txBody>
      </p:sp>
      <p:sp>
        <p:nvSpPr>
          <p:cNvPr id="133" name="Google Shape;133;p27"/>
          <p:cNvSpPr txBox="1"/>
          <p:nvPr/>
        </p:nvSpPr>
        <p:spPr>
          <a:xfrm>
            <a:off x="5958050" y="683000"/>
            <a:ext cx="2778600" cy="109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134" name="Google Shape;134;p27"/>
          <p:cNvSpPr txBox="1"/>
          <p:nvPr>
            <p:ph idx="2" type="body"/>
          </p:nvPr>
        </p:nvSpPr>
        <p:spPr>
          <a:xfrm>
            <a:off x="5824575" y="68305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135" name="Google Shape;135;p27"/>
          <p:cNvSpPr txBox="1"/>
          <p:nvPr>
            <p:ph idx="3" type="body"/>
          </p:nvPr>
        </p:nvSpPr>
        <p:spPr>
          <a:xfrm>
            <a:off x="5824575" y="1931875"/>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sp>
        <p:nvSpPr>
          <p:cNvPr id="136" name="Google Shape;136;p27"/>
          <p:cNvSpPr txBox="1"/>
          <p:nvPr>
            <p:ph idx="4" type="body"/>
          </p:nvPr>
        </p:nvSpPr>
        <p:spPr>
          <a:xfrm>
            <a:off x="5824575" y="3180700"/>
            <a:ext cx="2911800" cy="1096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600"/>
              </a:spcBef>
              <a:spcAft>
                <a:spcPts val="0"/>
              </a:spcAft>
              <a:buSzPts val="1000"/>
              <a:buChar char="○"/>
              <a:defRPr sz="1000"/>
            </a:lvl2pPr>
            <a:lvl3pPr indent="-292100" lvl="2" marL="1371600" algn="l">
              <a:lnSpc>
                <a:spcPct val="115000"/>
              </a:lnSpc>
              <a:spcBef>
                <a:spcPts val="600"/>
              </a:spcBef>
              <a:spcAft>
                <a:spcPts val="0"/>
              </a:spcAft>
              <a:buSzPts val="1000"/>
              <a:buChar char="■"/>
              <a:defRPr sz="1000"/>
            </a:lvl3pPr>
            <a:lvl4pPr indent="-292100" lvl="3" marL="1828800" algn="l">
              <a:lnSpc>
                <a:spcPct val="115000"/>
              </a:lnSpc>
              <a:spcBef>
                <a:spcPts val="600"/>
              </a:spcBef>
              <a:spcAft>
                <a:spcPts val="0"/>
              </a:spcAft>
              <a:buSzPts val="1000"/>
              <a:buChar char="●"/>
              <a:defRPr sz="1000"/>
            </a:lvl4pPr>
            <a:lvl5pPr indent="-292100" lvl="4" marL="2286000" algn="l">
              <a:lnSpc>
                <a:spcPct val="115000"/>
              </a:lnSpc>
              <a:spcBef>
                <a:spcPts val="600"/>
              </a:spcBef>
              <a:spcAft>
                <a:spcPts val="0"/>
              </a:spcAft>
              <a:buSzPts val="1000"/>
              <a:buChar char="○"/>
              <a:defRPr sz="1000"/>
            </a:lvl5pPr>
            <a:lvl6pPr indent="-292100" lvl="5" marL="2743200" algn="l">
              <a:lnSpc>
                <a:spcPct val="115000"/>
              </a:lnSpc>
              <a:spcBef>
                <a:spcPts val="600"/>
              </a:spcBef>
              <a:spcAft>
                <a:spcPts val="0"/>
              </a:spcAft>
              <a:buSzPts val="1000"/>
              <a:buChar char="■"/>
              <a:defRPr sz="1000"/>
            </a:lvl6pPr>
            <a:lvl7pPr indent="-292100" lvl="6" marL="3200400" algn="l">
              <a:lnSpc>
                <a:spcPct val="115000"/>
              </a:lnSpc>
              <a:spcBef>
                <a:spcPts val="600"/>
              </a:spcBef>
              <a:spcAft>
                <a:spcPts val="0"/>
              </a:spcAft>
              <a:buSzPts val="1000"/>
              <a:buChar char="●"/>
              <a:defRPr sz="1000"/>
            </a:lvl7pPr>
            <a:lvl8pPr indent="-292100" lvl="7" marL="3657600" algn="l">
              <a:lnSpc>
                <a:spcPct val="115000"/>
              </a:lnSpc>
              <a:spcBef>
                <a:spcPts val="600"/>
              </a:spcBef>
              <a:spcAft>
                <a:spcPts val="0"/>
              </a:spcAft>
              <a:buSzPts val="1000"/>
              <a:buChar char="○"/>
              <a:defRPr sz="1000"/>
            </a:lvl8pPr>
            <a:lvl9pPr indent="-292100" lvl="8" marL="4114800" algn="l">
              <a:lnSpc>
                <a:spcPct val="115000"/>
              </a:lnSpc>
              <a:spcBef>
                <a:spcPts val="600"/>
              </a:spcBef>
              <a:spcAft>
                <a:spcPts val="600"/>
              </a:spcAft>
              <a:buSzPts val="1000"/>
              <a:buChar char="■"/>
              <a:defRPr sz="1000"/>
            </a:lvl9pPr>
          </a:lstStyle>
          <a:p/>
        </p:txBody>
      </p:sp>
      <p:pic>
        <p:nvPicPr>
          <p:cNvPr id="137" name="Google Shape;137;p27"/>
          <p:cNvPicPr preferRelativeResize="0"/>
          <p:nvPr/>
        </p:nvPicPr>
        <p:blipFill rotWithShape="1">
          <a:blip r:embed="rId3">
            <a:alphaModFix/>
          </a:blip>
          <a:srcRect b="0" l="0" r="0" t="29770"/>
          <a:stretch/>
        </p:blipFill>
        <p:spPr>
          <a:xfrm>
            <a:off x="0" y="1"/>
            <a:ext cx="9144003" cy="263400"/>
          </a:xfrm>
          <a:prstGeom prst="rect">
            <a:avLst/>
          </a:prstGeom>
          <a:noFill/>
          <a:ln>
            <a:noFill/>
          </a:ln>
        </p:spPr>
      </p:pic>
    </p:spTree>
  </p:cSld>
  <p:clrMapOvr>
    <a:masterClrMapping/>
  </p:clrMapOvr>
  <p:extLst>
    <p:ext uri="{DCECCB84-F9BA-43D5-87BE-67443E8EF086}">
      <p15:sldGuideLst>
        <p15:guide id="1" pos="2880">
          <p15:clr>
            <a:srgbClr val="FA7B17"/>
          </p15:clr>
        </p15:guide>
        <p15:guide id="2" orient="horz" pos="432">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
    <p:bg>
      <p:bgPr>
        <a:solidFill>
          <a:srgbClr val="220337"/>
        </a:solidFill>
      </p:bgPr>
    </p:bg>
    <p:spTree>
      <p:nvGrpSpPr>
        <p:cNvPr id="138" name="Shape 138"/>
        <p:cNvGrpSpPr/>
        <p:nvPr/>
      </p:nvGrpSpPr>
      <p:grpSpPr>
        <a:xfrm>
          <a:off x="0" y="0"/>
          <a:ext cx="0" cy="0"/>
          <a:chOff x="0" y="0"/>
          <a:chExt cx="0" cy="0"/>
        </a:xfrm>
      </p:grpSpPr>
      <p:pic>
        <p:nvPicPr>
          <p:cNvPr id="139" name="Google Shape;139;p28"/>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descr=" " id="140" name="Google Shape;140;p28"/>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41" name="Google Shape;141;p28"/>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rgbClr val="FFFFFF"/>
                </a:solidFill>
                <a:latin typeface="Montserrat"/>
                <a:ea typeface="Montserrat"/>
                <a:cs typeface="Montserrat"/>
                <a:sym typeface="Montserrat"/>
              </a:rPr>
              <a:t>‹#›</a:t>
            </a:fld>
            <a:endParaRPr b="1" i="0" sz="700" u="none" cap="none" strike="noStrike">
              <a:solidFill>
                <a:srgbClr val="FFFFFF"/>
              </a:solidFill>
              <a:latin typeface="Montserrat"/>
              <a:ea typeface="Montserrat"/>
              <a:cs typeface="Montserrat"/>
              <a:sym typeface="Montserrat"/>
            </a:endParaRPr>
          </a:p>
        </p:txBody>
      </p:sp>
      <p:sp>
        <p:nvSpPr>
          <p:cNvPr id="142" name="Google Shape;142;p28"/>
          <p:cNvSpPr txBox="1"/>
          <p:nvPr>
            <p:ph type="title"/>
          </p:nvPr>
        </p:nvSpPr>
        <p:spPr>
          <a:xfrm>
            <a:off x="904850" y="1264532"/>
            <a:ext cx="6710700" cy="15951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rgbClr val="FFFFFF"/>
                </a:solidFill>
              </a:defRPr>
            </a:lvl2pPr>
            <a:lvl3pPr lvl="2" algn="l">
              <a:lnSpc>
                <a:spcPct val="100000"/>
              </a:lnSpc>
              <a:spcBef>
                <a:spcPts val="0"/>
              </a:spcBef>
              <a:spcAft>
                <a:spcPts val="0"/>
              </a:spcAft>
              <a:buSzPts val="2800"/>
              <a:buNone/>
              <a:defRPr>
                <a:solidFill>
                  <a:srgbClr val="FFFFFF"/>
                </a:solidFill>
              </a:defRPr>
            </a:lvl3pPr>
            <a:lvl4pPr lvl="3" algn="l">
              <a:lnSpc>
                <a:spcPct val="100000"/>
              </a:lnSpc>
              <a:spcBef>
                <a:spcPts val="0"/>
              </a:spcBef>
              <a:spcAft>
                <a:spcPts val="0"/>
              </a:spcAft>
              <a:buSzPts val="2800"/>
              <a:buNone/>
              <a:defRPr>
                <a:solidFill>
                  <a:srgbClr val="FFFFFF"/>
                </a:solidFill>
              </a:defRPr>
            </a:lvl4pPr>
            <a:lvl5pPr lvl="4" algn="l">
              <a:lnSpc>
                <a:spcPct val="100000"/>
              </a:lnSpc>
              <a:spcBef>
                <a:spcPts val="0"/>
              </a:spcBef>
              <a:spcAft>
                <a:spcPts val="0"/>
              </a:spcAft>
              <a:buSzPts val="2800"/>
              <a:buNone/>
              <a:defRPr>
                <a:solidFill>
                  <a:srgbClr val="FFFFFF"/>
                </a:solidFill>
              </a:defRPr>
            </a:lvl5pPr>
            <a:lvl6pPr lvl="5" algn="l">
              <a:lnSpc>
                <a:spcPct val="100000"/>
              </a:lnSpc>
              <a:spcBef>
                <a:spcPts val="0"/>
              </a:spcBef>
              <a:spcAft>
                <a:spcPts val="0"/>
              </a:spcAft>
              <a:buSzPts val="2800"/>
              <a:buNone/>
              <a:defRPr>
                <a:solidFill>
                  <a:srgbClr val="FFFFFF"/>
                </a:solidFill>
              </a:defRPr>
            </a:lvl6pPr>
            <a:lvl7pPr lvl="6" algn="l">
              <a:lnSpc>
                <a:spcPct val="100000"/>
              </a:lnSpc>
              <a:spcBef>
                <a:spcPts val="0"/>
              </a:spcBef>
              <a:spcAft>
                <a:spcPts val="0"/>
              </a:spcAft>
              <a:buSzPts val="2800"/>
              <a:buNone/>
              <a:defRPr>
                <a:solidFill>
                  <a:srgbClr val="FFFFFF"/>
                </a:solidFill>
              </a:defRPr>
            </a:lvl7pPr>
            <a:lvl8pPr lvl="7" algn="l">
              <a:lnSpc>
                <a:spcPct val="100000"/>
              </a:lnSpc>
              <a:spcBef>
                <a:spcPts val="0"/>
              </a:spcBef>
              <a:spcAft>
                <a:spcPts val="0"/>
              </a:spcAft>
              <a:buSzPts val="2800"/>
              <a:buNone/>
              <a:defRPr>
                <a:solidFill>
                  <a:srgbClr val="FFFFFF"/>
                </a:solidFill>
              </a:defRPr>
            </a:lvl8pPr>
            <a:lvl9pPr lvl="8" algn="l">
              <a:lnSpc>
                <a:spcPct val="100000"/>
              </a:lnSpc>
              <a:spcBef>
                <a:spcPts val="0"/>
              </a:spcBef>
              <a:spcAft>
                <a:spcPts val="0"/>
              </a:spcAft>
              <a:buSzPts val="2800"/>
              <a:buNone/>
              <a:defRPr>
                <a:solidFill>
                  <a:srgbClr val="FFFFFF"/>
                </a:solidFill>
              </a:defRPr>
            </a:lvl9pPr>
          </a:lstStyle>
          <a:p/>
        </p:txBody>
      </p:sp>
      <p:sp>
        <p:nvSpPr>
          <p:cNvPr id="143" name="Google Shape;143;p28"/>
          <p:cNvSpPr txBox="1"/>
          <p:nvPr>
            <p:ph idx="1" type="subTitle"/>
          </p:nvPr>
        </p:nvSpPr>
        <p:spPr>
          <a:xfrm>
            <a:off x="974919" y="3029082"/>
            <a:ext cx="3715200" cy="500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solidFill>
                  <a:schemeClr val="dk1"/>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pic>
        <p:nvPicPr>
          <p:cNvPr descr=" " id="144" name="Google Shape;144;p28"/>
          <p:cNvPicPr preferRelativeResize="0"/>
          <p:nvPr/>
        </p:nvPicPr>
        <p:blipFill rotWithShape="1">
          <a:blip r:embed="rId4">
            <a:alphaModFix/>
          </a:blip>
          <a:srcRect b="0" l="0" r="0" t="0"/>
          <a:stretch/>
        </p:blipFill>
        <p:spPr>
          <a:xfrm>
            <a:off x="407175" y="4539121"/>
            <a:ext cx="776077" cy="2634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3">
    <p:bg>
      <p:bgPr>
        <a:solidFill>
          <a:schemeClr val="lt2"/>
        </a:solidFill>
      </p:bgPr>
    </p:bg>
    <p:spTree>
      <p:nvGrpSpPr>
        <p:cNvPr id="145" name="Shape 145"/>
        <p:cNvGrpSpPr/>
        <p:nvPr/>
      </p:nvGrpSpPr>
      <p:grpSpPr>
        <a:xfrm>
          <a:off x="0" y="0"/>
          <a:ext cx="0" cy="0"/>
          <a:chOff x="0" y="0"/>
          <a:chExt cx="0" cy="0"/>
        </a:xfrm>
      </p:grpSpPr>
      <p:pic>
        <p:nvPicPr>
          <p:cNvPr id="146" name="Google Shape;146;p29"/>
          <p:cNvPicPr preferRelativeResize="0"/>
          <p:nvPr/>
        </p:nvPicPr>
        <p:blipFill rotWithShape="1">
          <a:blip r:embed="rId2">
            <a:alphaModFix/>
          </a:blip>
          <a:srcRect b="0" l="0" r="0" t="0"/>
          <a:stretch/>
        </p:blipFill>
        <p:spPr>
          <a:xfrm>
            <a:off x="-62802" y="-34225"/>
            <a:ext cx="9269596" cy="5180999"/>
          </a:xfrm>
          <a:prstGeom prst="rect">
            <a:avLst/>
          </a:prstGeom>
          <a:noFill/>
          <a:ln>
            <a:noFill/>
          </a:ln>
        </p:spPr>
      </p:pic>
      <p:pic>
        <p:nvPicPr>
          <p:cNvPr descr=" " id="147" name="Google Shape;147;p29"/>
          <p:cNvPicPr preferRelativeResize="0"/>
          <p:nvPr/>
        </p:nvPicPr>
        <p:blipFill rotWithShape="1">
          <a:blip r:embed="rId3">
            <a:alphaModFix/>
          </a:blip>
          <a:srcRect b="0" l="0" r="0" t="0"/>
          <a:stretch/>
        </p:blipFill>
        <p:spPr>
          <a:xfrm>
            <a:off x="407175" y="4539121"/>
            <a:ext cx="776077" cy="263400"/>
          </a:xfrm>
          <a:prstGeom prst="rect">
            <a:avLst/>
          </a:prstGeom>
          <a:noFill/>
          <a:ln>
            <a:noFill/>
          </a:ln>
        </p:spPr>
      </p:pic>
      <p:sp>
        <p:nvSpPr>
          <p:cNvPr id="148" name="Google Shape;148;p29"/>
          <p:cNvSpPr txBox="1"/>
          <p:nvPr/>
        </p:nvSpPr>
        <p:spPr>
          <a:xfrm>
            <a:off x="4619925" y="4517225"/>
            <a:ext cx="4192800" cy="307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1" i="0" lang="en" sz="700" u="none" cap="none" strike="noStrike">
                <a:solidFill>
                  <a:schemeClr val="accent2"/>
                </a:solidFill>
                <a:latin typeface="Montserrat"/>
                <a:ea typeface="Montserrat"/>
                <a:cs typeface="Montserrat"/>
                <a:sym typeface="Montserrat"/>
              </a:rPr>
              <a:t>‹#›</a:t>
            </a:fld>
            <a:endParaRPr b="1" i="0" sz="700" u="none" cap="none" strike="noStrike">
              <a:solidFill>
                <a:schemeClr val="accent2"/>
              </a:solidFill>
              <a:latin typeface="Montserrat"/>
              <a:ea typeface="Montserrat"/>
              <a:cs typeface="Montserrat"/>
              <a:sym typeface="Montserrat"/>
            </a:endParaRPr>
          </a:p>
        </p:txBody>
      </p:sp>
      <p:sp>
        <p:nvSpPr>
          <p:cNvPr id="149" name="Google Shape;149;p29"/>
          <p:cNvSpPr txBox="1"/>
          <p:nvPr>
            <p:ph type="title"/>
          </p:nvPr>
        </p:nvSpPr>
        <p:spPr>
          <a:xfrm>
            <a:off x="592275" y="522825"/>
            <a:ext cx="8144400" cy="37530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sz="6000">
                <a:solidFill>
                  <a:schemeClr val="dk1"/>
                </a:solidFill>
              </a:defRPr>
            </a:lvl1pPr>
            <a:lvl2pPr lvl="1" algn="l">
              <a:lnSpc>
                <a:spcPct val="100000"/>
              </a:lnSpc>
              <a:spcBef>
                <a:spcPts val="0"/>
              </a:spcBef>
              <a:spcAft>
                <a:spcPts val="0"/>
              </a:spcAft>
              <a:buSzPts val="2800"/>
              <a:buNone/>
              <a:defRPr>
                <a:solidFill>
                  <a:schemeClr val="dk1"/>
                </a:solidFill>
              </a:defRPr>
            </a:lvl2pPr>
            <a:lvl3pPr lvl="2" algn="l">
              <a:lnSpc>
                <a:spcPct val="100000"/>
              </a:lnSpc>
              <a:spcBef>
                <a:spcPts val="0"/>
              </a:spcBef>
              <a:spcAft>
                <a:spcPts val="0"/>
              </a:spcAft>
              <a:buSzPts val="2800"/>
              <a:buNone/>
              <a:defRPr>
                <a:solidFill>
                  <a:schemeClr val="dk1"/>
                </a:solidFill>
              </a:defRPr>
            </a:lvl3pPr>
            <a:lvl4pPr lvl="3" algn="l">
              <a:lnSpc>
                <a:spcPct val="100000"/>
              </a:lnSpc>
              <a:spcBef>
                <a:spcPts val="0"/>
              </a:spcBef>
              <a:spcAft>
                <a:spcPts val="0"/>
              </a:spcAft>
              <a:buSzPts val="2800"/>
              <a:buNone/>
              <a:defRPr>
                <a:solidFill>
                  <a:schemeClr val="dk1"/>
                </a:solidFill>
              </a:defRPr>
            </a:lvl4pPr>
            <a:lvl5pPr lvl="4" algn="l">
              <a:lnSpc>
                <a:spcPct val="100000"/>
              </a:lnSpc>
              <a:spcBef>
                <a:spcPts val="0"/>
              </a:spcBef>
              <a:spcAft>
                <a:spcPts val="0"/>
              </a:spcAft>
              <a:buSzPts val="2800"/>
              <a:buNone/>
              <a:defRPr>
                <a:solidFill>
                  <a:schemeClr val="dk1"/>
                </a:solidFill>
              </a:defRPr>
            </a:lvl5pPr>
            <a:lvl6pPr lvl="5" algn="l">
              <a:lnSpc>
                <a:spcPct val="100000"/>
              </a:lnSpc>
              <a:spcBef>
                <a:spcPts val="0"/>
              </a:spcBef>
              <a:spcAft>
                <a:spcPts val="0"/>
              </a:spcAft>
              <a:buSzPts val="2800"/>
              <a:buNone/>
              <a:defRPr>
                <a:solidFill>
                  <a:schemeClr val="dk1"/>
                </a:solidFill>
              </a:defRPr>
            </a:lvl6pPr>
            <a:lvl7pPr lvl="6" algn="l">
              <a:lnSpc>
                <a:spcPct val="100000"/>
              </a:lnSpc>
              <a:spcBef>
                <a:spcPts val="0"/>
              </a:spcBef>
              <a:spcAft>
                <a:spcPts val="0"/>
              </a:spcAft>
              <a:buSzPts val="2800"/>
              <a:buNone/>
              <a:defRPr>
                <a:solidFill>
                  <a:schemeClr val="dk1"/>
                </a:solidFill>
              </a:defRPr>
            </a:lvl7pPr>
            <a:lvl8pPr lvl="7" algn="l">
              <a:lnSpc>
                <a:spcPct val="100000"/>
              </a:lnSpc>
              <a:spcBef>
                <a:spcPts val="0"/>
              </a:spcBef>
              <a:spcAft>
                <a:spcPts val="0"/>
              </a:spcAft>
              <a:buSzPts val="2800"/>
              <a:buNone/>
              <a:defRPr>
                <a:solidFill>
                  <a:schemeClr val="dk1"/>
                </a:solidFill>
              </a:defRPr>
            </a:lvl8pPr>
            <a:lvl9pPr lvl="8" algn="l">
              <a:lnSpc>
                <a:spcPct val="100000"/>
              </a:lnSpc>
              <a:spcBef>
                <a:spcPts val="0"/>
              </a:spcBef>
              <a:spcAft>
                <a:spcPts val="0"/>
              </a:spcAft>
              <a:buSzPts val="2800"/>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50"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18" Type="http://schemas.openxmlformats.org/officeDocument/2006/relationships/theme" Target="../theme/theme1.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68825"/>
            <a:ext cx="8424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57068C"/>
              </a:buClr>
              <a:buSzPts val="3600"/>
              <a:buFont typeface="Frank Ruhl Libre"/>
              <a:buNone/>
              <a:defRPr b="1" i="0" sz="3600" u="none" cap="none" strike="noStrike">
                <a:solidFill>
                  <a:srgbClr val="57068C"/>
                </a:solidFill>
                <a:latin typeface="Frank Ruhl Libre"/>
                <a:ea typeface="Frank Ruhl Libre"/>
                <a:cs typeface="Frank Ruhl Libre"/>
                <a:sym typeface="Frank Ruhl Libre"/>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424900" cy="31233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57068C"/>
              </a:buClr>
              <a:buSzPts val="1800"/>
              <a:buFont typeface="Montserrat"/>
              <a:buChar char="●"/>
              <a:defRPr b="0" i="0" sz="1800" u="none" cap="none" strike="noStrike">
                <a:solidFill>
                  <a:srgbClr val="333333"/>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rgbClr val="57068C"/>
              </a:buClr>
              <a:buSzPts val="1400"/>
              <a:buFont typeface="Montserrat"/>
              <a:buChar char="■"/>
              <a:defRPr b="0" i="0" sz="1400" u="none" cap="none" strike="noStrike">
                <a:solidFill>
                  <a:srgbClr val="333333"/>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56">
          <p15:clr>
            <a:srgbClr val="EA4335"/>
          </p15:clr>
        </p15:guide>
        <p15:guide id="2" orient="horz" pos="3025">
          <p15:clr>
            <a:srgbClr val="EA4335"/>
          </p15:clr>
        </p15:guide>
        <p15:guide id="3" pos="5503">
          <p15:clr>
            <a:srgbClr val="EA4335"/>
          </p15:clr>
        </p15:guide>
        <p15:guide id="4" orient="horz" pos="26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904850" y="1253682"/>
            <a:ext cx="7333800" cy="15951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3600"/>
              <a:buNone/>
            </a:pPr>
            <a:r>
              <a:rPr lang="en"/>
              <a:t>Predicting DEM label-free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ph type="title"/>
          </p:nvPr>
        </p:nvSpPr>
        <p:spPr>
          <a:xfrm>
            <a:off x="311700" y="846450"/>
            <a:ext cx="8520600" cy="167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Part1 </a:t>
            </a:r>
            <a:br>
              <a:rPr lang="en" sz="4100"/>
            </a:br>
            <a:r>
              <a:rPr lang="en" sz="4100"/>
              <a:t>Problem and approach</a:t>
            </a:r>
            <a:endParaRPr sz="4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nvSpPr>
        <p:spPr>
          <a:xfrm>
            <a:off x="265176" y="219456"/>
            <a:ext cx="8503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57068C"/>
                </a:solidFill>
                <a:latin typeface="Arial"/>
                <a:ea typeface="Arial"/>
                <a:cs typeface="Arial"/>
                <a:sym typeface="Arial"/>
              </a:rPr>
              <a:t>Same physics, different training signal</a:t>
            </a:r>
            <a:endParaRPr/>
          </a:p>
        </p:txBody>
      </p:sp>
      <p:sp>
        <p:nvSpPr>
          <p:cNvPr id="166" name="Google Shape;166;p33"/>
          <p:cNvSpPr txBox="1"/>
          <p:nvPr/>
        </p:nvSpPr>
        <p:spPr>
          <a:xfrm>
            <a:off x="365760" y="914400"/>
            <a:ext cx="84124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250" u="none" cap="none" strike="noStrike">
                <a:solidFill>
                  <a:srgbClr val="333333"/>
                </a:solidFill>
                <a:latin typeface="Arial"/>
                <a:ea typeface="Arial"/>
                <a:cs typeface="Arial"/>
                <a:sym typeface="Arial"/>
              </a:rPr>
              <a:t>Solvers (BP, ElasticNet) run one optimisation per pixel: accurate, but slow at full resolution.</a:t>
            </a:r>
            <a:endParaRPr/>
          </a:p>
        </p:txBody>
      </p:sp>
      <p:sp>
        <p:nvSpPr>
          <p:cNvPr id="167" name="Google Shape;167;p33"/>
          <p:cNvSpPr txBox="1"/>
          <p:nvPr/>
        </p:nvSpPr>
        <p:spPr>
          <a:xfrm>
            <a:off x="365760" y="1536192"/>
            <a:ext cx="132588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250" u="none" cap="none" strike="noStrike">
                <a:solidFill>
                  <a:srgbClr val="57068C"/>
                </a:solidFill>
                <a:latin typeface="Arial"/>
                <a:ea typeface="Arial"/>
                <a:cs typeface="Arial"/>
                <a:sym typeface="Arial"/>
              </a:rPr>
              <a:t>Supervised</a:t>
            </a:r>
            <a:endParaRPr/>
          </a:p>
          <a:p>
            <a:pPr indent="0" lvl="0" marL="0" marR="0" rtl="0" algn="l">
              <a:lnSpc>
                <a:spcPct val="100000"/>
              </a:lnSpc>
              <a:spcBef>
                <a:spcPts val="200"/>
              </a:spcBef>
              <a:spcAft>
                <a:spcPts val="0"/>
              </a:spcAft>
              <a:buNone/>
            </a:pPr>
            <a:r>
              <a:rPr b="0" i="0" lang="en" sz="1000" u="none" cap="none" strike="noStrike">
                <a:solidFill>
                  <a:srgbClr val="6B6B6B"/>
                </a:solidFill>
                <a:latin typeface="Arial"/>
                <a:ea typeface="Arial"/>
                <a:cs typeface="Arial"/>
                <a:sym typeface="Arial"/>
              </a:rPr>
              <a:t>learns the solver's DEMs</a:t>
            </a:r>
            <a:endParaRPr/>
          </a:p>
        </p:txBody>
      </p:sp>
      <p:sp>
        <p:nvSpPr>
          <p:cNvPr id="168" name="Google Shape;168;p33"/>
          <p:cNvSpPr/>
          <p:nvPr/>
        </p:nvSpPr>
        <p:spPr>
          <a:xfrm>
            <a:off x="1783080" y="1463040"/>
            <a:ext cx="1051560" cy="6400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57068C"/>
                </a:solidFill>
                <a:latin typeface="Arial"/>
                <a:ea typeface="Arial"/>
                <a:cs typeface="Arial"/>
                <a:sym typeface="Arial"/>
              </a:rPr>
              <a:t>Observed AIA</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6 channels</a:t>
            </a:r>
            <a:endParaRPr/>
          </a:p>
        </p:txBody>
      </p:sp>
      <p:sp>
        <p:nvSpPr>
          <p:cNvPr id="169" name="Google Shape;169;p33"/>
          <p:cNvSpPr/>
          <p:nvPr/>
        </p:nvSpPr>
        <p:spPr>
          <a:xfrm>
            <a:off x="3090672" y="1463040"/>
            <a:ext cx="1051560" cy="640080"/>
          </a:xfrm>
          <a:prstGeom prst="roundRect">
            <a:avLst>
              <a:gd fmla="val 6000" name="adj"/>
            </a:avLst>
          </a:prstGeom>
          <a:solidFill>
            <a:srgbClr val="57068C"/>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lang="en" sz="1100">
                <a:solidFill>
                  <a:srgbClr val="FFFFFF"/>
                </a:solidFill>
              </a:rPr>
              <a:t>Model</a:t>
            </a:r>
            <a:endParaRPr/>
          </a:p>
        </p:txBody>
      </p:sp>
      <p:sp>
        <p:nvSpPr>
          <p:cNvPr id="170" name="Google Shape;170;p33"/>
          <p:cNvSpPr/>
          <p:nvPr/>
        </p:nvSpPr>
        <p:spPr>
          <a:xfrm>
            <a:off x="4398264" y="1463040"/>
            <a:ext cx="1051560" cy="6400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57068C"/>
                </a:solidFill>
                <a:latin typeface="Arial"/>
                <a:ea typeface="Arial"/>
                <a:cs typeface="Arial"/>
                <a:sym typeface="Arial"/>
              </a:rPr>
              <a:t>DEM</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18 bins</a:t>
            </a:r>
            <a:endParaRPr/>
          </a:p>
        </p:txBody>
      </p:sp>
      <p:cxnSp>
        <p:nvCxnSpPr>
          <p:cNvPr id="171" name="Google Shape;171;p33"/>
          <p:cNvCxnSpPr/>
          <p:nvPr/>
        </p:nvCxnSpPr>
        <p:spPr>
          <a:xfrm>
            <a:off x="2834640" y="1783080"/>
            <a:ext cx="256032"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72" name="Google Shape;172;p33"/>
          <p:cNvCxnSpPr/>
          <p:nvPr/>
        </p:nvCxnSpPr>
        <p:spPr>
          <a:xfrm>
            <a:off x="4142232" y="1783080"/>
            <a:ext cx="256032"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sp>
        <p:nvSpPr>
          <p:cNvPr id="173" name="Google Shape;173;p33"/>
          <p:cNvSpPr/>
          <p:nvPr/>
        </p:nvSpPr>
        <p:spPr>
          <a:xfrm>
            <a:off x="6016752" y="1463040"/>
            <a:ext cx="1051560" cy="640080"/>
          </a:xfrm>
          <a:prstGeom prst="roundRect">
            <a:avLst>
              <a:gd fmla="val 6000" name="adj"/>
            </a:avLst>
          </a:prstGeom>
          <a:solidFill>
            <a:srgbClr val="ECEBE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333333"/>
                </a:solidFill>
                <a:latin typeface="Arial"/>
                <a:ea typeface="Arial"/>
                <a:cs typeface="Arial"/>
                <a:sym typeface="Arial"/>
              </a:rPr>
              <a:t>Solver's DEM</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label</a:t>
            </a:r>
            <a:endParaRPr/>
          </a:p>
        </p:txBody>
      </p:sp>
      <p:cxnSp>
        <p:nvCxnSpPr>
          <p:cNvPr id="174" name="Google Shape;174;p33"/>
          <p:cNvCxnSpPr/>
          <p:nvPr/>
        </p:nvCxnSpPr>
        <p:spPr>
          <a:xfrm>
            <a:off x="5449824" y="1783080"/>
            <a:ext cx="566928" cy="0"/>
          </a:xfrm>
          <a:prstGeom prst="straightConnector1">
            <a:avLst/>
          </a:prstGeom>
          <a:noFill/>
          <a:ln cap="flat" cmpd="sng" w="19050">
            <a:solidFill>
              <a:srgbClr val="57068C"/>
            </a:solidFill>
            <a:prstDash val="dash"/>
            <a:round/>
            <a:headEnd len="sm" w="sm" type="none"/>
            <a:tailEnd len="sm" w="sm" type="none"/>
          </a:ln>
          <a:effectLst>
            <a:outerShdw blurRad="40000" rotWithShape="0" dir="5400000" dist="20000">
              <a:srgbClr val="000000">
                <a:alpha val="38039"/>
              </a:srgbClr>
            </a:outerShdw>
          </a:effectLst>
        </p:spPr>
      </p:cxnSp>
      <p:sp>
        <p:nvSpPr>
          <p:cNvPr id="175" name="Google Shape;175;p33"/>
          <p:cNvSpPr/>
          <p:nvPr/>
        </p:nvSpPr>
        <p:spPr>
          <a:xfrm>
            <a:off x="5522976" y="1664208"/>
            <a:ext cx="420624" cy="237744"/>
          </a:xfrm>
          <a:prstGeom prst="roundRect">
            <a:avLst>
              <a:gd fmla="val 6000" name="adj"/>
            </a:avLst>
          </a:prstGeom>
          <a:solidFill>
            <a:srgbClr val="E3DFE9"/>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900" u="none" cap="none" strike="noStrike">
                <a:solidFill>
                  <a:srgbClr val="57068C"/>
                </a:solidFill>
                <a:latin typeface="Arial"/>
                <a:ea typeface="Arial"/>
                <a:cs typeface="Arial"/>
                <a:sym typeface="Arial"/>
              </a:rPr>
              <a:t>loss</a:t>
            </a:r>
            <a:endParaRPr/>
          </a:p>
        </p:txBody>
      </p:sp>
      <p:sp>
        <p:nvSpPr>
          <p:cNvPr id="176" name="Google Shape;176;p33"/>
          <p:cNvSpPr txBox="1"/>
          <p:nvPr/>
        </p:nvSpPr>
        <p:spPr>
          <a:xfrm>
            <a:off x="365760" y="2633472"/>
            <a:ext cx="1326000" cy="71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250" u="none" cap="none" strike="noStrike">
                <a:solidFill>
                  <a:srgbClr val="57068C"/>
                </a:solidFill>
                <a:latin typeface="Arial"/>
                <a:ea typeface="Arial"/>
                <a:cs typeface="Arial"/>
                <a:sym typeface="Arial"/>
              </a:rPr>
              <a:t>Label-free (</a:t>
            </a:r>
            <a:r>
              <a:rPr b="1" lang="en" sz="1250">
                <a:solidFill>
                  <a:srgbClr val="57068C"/>
                </a:solidFill>
              </a:rPr>
              <a:t>unsupervised</a:t>
            </a:r>
            <a:r>
              <a:rPr b="1" lang="en" sz="1250">
                <a:solidFill>
                  <a:srgbClr val="57068C"/>
                </a:solidFill>
              </a:rPr>
              <a:t>)</a:t>
            </a:r>
            <a:endParaRPr/>
          </a:p>
          <a:p>
            <a:pPr indent="0" lvl="0" marL="0" marR="0" rtl="0" algn="l">
              <a:lnSpc>
                <a:spcPct val="100000"/>
              </a:lnSpc>
              <a:spcBef>
                <a:spcPts val="200"/>
              </a:spcBef>
              <a:spcAft>
                <a:spcPts val="0"/>
              </a:spcAft>
              <a:buNone/>
            </a:pPr>
            <a:r>
              <a:rPr b="0" i="0" lang="en" sz="1000" u="none" cap="none" strike="noStrike">
                <a:solidFill>
                  <a:srgbClr val="6B6B6B"/>
                </a:solidFill>
                <a:latin typeface="Arial"/>
                <a:ea typeface="Arial"/>
                <a:cs typeface="Arial"/>
                <a:sym typeface="Arial"/>
              </a:rPr>
              <a:t>learns the solver's objective implicitly </a:t>
            </a:r>
            <a:endParaRPr/>
          </a:p>
        </p:txBody>
      </p:sp>
      <p:sp>
        <p:nvSpPr>
          <p:cNvPr id="177" name="Google Shape;177;p33"/>
          <p:cNvSpPr/>
          <p:nvPr/>
        </p:nvSpPr>
        <p:spPr>
          <a:xfrm>
            <a:off x="1783080" y="2560320"/>
            <a:ext cx="1051560" cy="6400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57068C"/>
                </a:solidFill>
                <a:latin typeface="Arial"/>
                <a:ea typeface="Arial"/>
                <a:cs typeface="Arial"/>
                <a:sym typeface="Arial"/>
              </a:rPr>
              <a:t>Observed AIA</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6 channels</a:t>
            </a:r>
            <a:endParaRPr/>
          </a:p>
        </p:txBody>
      </p:sp>
      <p:sp>
        <p:nvSpPr>
          <p:cNvPr id="178" name="Google Shape;178;p33"/>
          <p:cNvSpPr/>
          <p:nvPr/>
        </p:nvSpPr>
        <p:spPr>
          <a:xfrm>
            <a:off x="3090672" y="2560320"/>
            <a:ext cx="1051560" cy="640080"/>
          </a:xfrm>
          <a:prstGeom prst="roundRect">
            <a:avLst>
              <a:gd fmla="val 6000" name="adj"/>
            </a:avLst>
          </a:prstGeom>
          <a:solidFill>
            <a:srgbClr val="57068C"/>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lang="en" sz="1100">
                <a:solidFill>
                  <a:srgbClr val="FFFFFF"/>
                </a:solidFill>
              </a:rPr>
              <a:t>Model</a:t>
            </a:r>
            <a:endParaRPr/>
          </a:p>
        </p:txBody>
      </p:sp>
      <p:sp>
        <p:nvSpPr>
          <p:cNvPr id="179" name="Google Shape;179;p33"/>
          <p:cNvSpPr/>
          <p:nvPr/>
        </p:nvSpPr>
        <p:spPr>
          <a:xfrm>
            <a:off x="4398264" y="2560320"/>
            <a:ext cx="1051560" cy="6400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57068C"/>
                </a:solidFill>
                <a:latin typeface="Arial"/>
                <a:ea typeface="Arial"/>
                <a:cs typeface="Arial"/>
                <a:sym typeface="Arial"/>
              </a:rPr>
              <a:t>DEM</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18 bins</a:t>
            </a:r>
            <a:endParaRPr/>
          </a:p>
        </p:txBody>
      </p:sp>
      <p:sp>
        <p:nvSpPr>
          <p:cNvPr id="180" name="Google Shape;180;p33"/>
          <p:cNvSpPr/>
          <p:nvPr/>
        </p:nvSpPr>
        <p:spPr>
          <a:xfrm>
            <a:off x="5705856" y="2560320"/>
            <a:ext cx="1051560" cy="6400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57068C"/>
                </a:solidFill>
                <a:latin typeface="Arial"/>
                <a:ea typeface="Arial"/>
                <a:cs typeface="Arial"/>
                <a:sym typeface="Arial"/>
              </a:rPr>
              <a:t>Predicted AIA</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via response R</a:t>
            </a:r>
            <a:endParaRPr/>
          </a:p>
        </p:txBody>
      </p:sp>
      <p:cxnSp>
        <p:nvCxnSpPr>
          <p:cNvPr id="181" name="Google Shape;181;p33"/>
          <p:cNvCxnSpPr/>
          <p:nvPr/>
        </p:nvCxnSpPr>
        <p:spPr>
          <a:xfrm>
            <a:off x="2834640" y="2880360"/>
            <a:ext cx="256032"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82" name="Google Shape;182;p33"/>
          <p:cNvCxnSpPr/>
          <p:nvPr/>
        </p:nvCxnSpPr>
        <p:spPr>
          <a:xfrm>
            <a:off x="4142232" y="2880360"/>
            <a:ext cx="256032"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83" name="Google Shape;183;p33"/>
          <p:cNvCxnSpPr/>
          <p:nvPr/>
        </p:nvCxnSpPr>
        <p:spPr>
          <a:xfrm>
            <a:off x="5449824" y="2880360"/>
            <a:ext cx="256032"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sp>
        <p:nvSpPr>
          <p:cNvPr id="184" name="Google Shape;184;p33"/>
          <p:cNvSpPr/>
          <p:nvPr/>
        </p:nvSpPr>
        <p:spPr>
          <a:xfrm>
            <a:off x="7324344" y="2560320"/>
            <a:ext cx="1051560" cy="640080"/>
          </a:xfrm>
          <a:prstGeom prst="roundRect">
            <a:avLst>
              <a:gd fmla="val 6000" name="adj"/>
            </a:avLst>
          </a:prstGeom>
          <a:solidFill>
            <a:srgbClr val="ECEBE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333333"/>
                </a:solidFill>
                <a:latin typeface="Arial"/>
                <a:ea typeface="Arial"/>
                <a:cs typeface="Arial"/>
                <a:sym typeface="Arial"/>
              </a:rPr>
              <a:t>Observed AIA</a:t>
            </a:r>
            <a:endParaRPr/>
          </a:p>
          <a:p>
            <a:pPr indent="0" lvl="0" marL="0" marR="0" rtl="0" algn="ctr">
              <a:lnSpc>
                <a:spcPct val="100000"/>
              </a:lnSpc>
              <a:spcBef>
                <a:spcPts val="0"/>
              </a:spcBef>
              <a:spcAft>
                <a:spcPts val="0"/>
              </a:spcAft>
              <a:buNone/>
            </a:pPr>
            <a:r>
              <a:rPr b="0" i="0" lang="en" sz="900" u="none" cap="none" strike="noStrike">
                <a:solidFill>
                  <a:srgbClr val="333333"/>
                </a:solidFill>
                <a:latin typeface="Arial"/>
                <a:ea typeface="Arial"/>
                <a:cs typeface="Arial"/>
                <a:sym typeface="Arial"/>
              </a:rPr>
              <a:t>6 channels</a:t>
            </a:r>
            <a:endParaRPr/>
          </a:p>
        </p:txBody>
      </p:sp>
      <p:cxnSp>
        <p:nvCxnSpPr>
          <p:cNvPr id="185" name="Google Shape;185;p33"/>
          <p:cNvCxnSpPr/>
          <p:nvPr/>
        </p:nvCxnSpPr>
        <p:spPr>
          <a:xfrm>
            <a:off x="6757416" y="2880360"/>
            <a:ext cx="566928" cy="0"/>
          </a:xfrm>
          <a:prstGeom prst="straightConnector1">
            <a:avLst/>
          </a:prstGeom>
          <a:noFill/>
          <a:ln cap="flat" cmpd="sng" w="19050">
            <a:solidFill>
              <a:srgbClr val="57068C"/>
            </a:solidFill>
            <a:prstDash val="dash"/>
            <a:round/>
            <a:headEnd len="sm" w="sm" type="none"/>
            <a:tailEnd len="sm" w="sm" type="none"/>
          </a:ln>
          <a:effectLst>
            <a:outerShdw blurRad="40000" rotWithShape="0" dir="5400000" dist="20000">
              <a:srgbClr val="000000">
                <a:alpha val="38039"/>
              </a:srgbClr>
            </a:outerShdw>
          </a:effectLst>
        </p:spPr>
      </p:cxnSp>
      <p:sp>
        <p:nvSpPr>
          <p:cNvPr id="186" name="Google Shape;186;p33"/>
          <p:cNvSpPr/>
          <p:nvPr/>
        </p:nvSpPr>
        <p:spPr>
          <a:xfrm>
            <a:off x="6830568" y="2761488"/>
            <a:ext cx="420624" cy="237744"/>
          </a:xfrm>
          <a:prstGeom prst="roundRect">
            <a:avLst>
              <a:gd fmla="val 6000" name="adj"/>
            </a:avLst>
          </a:prstGeom>
          <a:solidFill>
            <a:srgbClr val="E3DFE9"/>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900" u="none" cap="none" strike="noStrike">
                <a:solidFill>
                  <a:srgbClr val="57068C"/>
                </a:solidFill>
                <a:latin typeface="Arial"/>
                <a:ea typeface="Arial"/>
                <a:cs typeface="Arial"/>
                <a:sym typeface="Arial"/>
              </a:rPr>
              <a:t>loss</a:t>
            </a:r>
            <a:endParaRPr/>
          </a:p>
        </p:txBody>
      </p:sp>
      <p:sp>
        <p:nvSpPr>
          <p:cNvPr id="187" name="Google Shape;187;p33"/>
          <p:cNvSpPr txBox="1"/>
          <p:nvPr/>
        </p:nvSpPr>
        <p:spPr>
          <a:xfrm>
            <a:off x="365760" y="3566160"/>
            <a:ext cx="841248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250" u="none" cap="none" strike="noStrike">
                <a:solidFill>
                  <a:srgbClr val="57068C"/>
                </a:solidFill>
                <a:latin typeface="Arial"/>
                <a:ea typeface="Arial"/>
                <a:cs typeface="Arial"/>
                <a:sym typeface="Arial"/>
              </a:rPr>
              <a:t>We never train on the solver's DEMs; we use them only to evaluate.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nvSpPr>
        <p:spPr>
          <a:xfrm>
            <a:off x="265176" y="219456"/>
            <a:ext cx="8503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57068C"/>
                </a:solidFill>
                <a:latin typeface="Arial"/>
                <a:ea typeface="Arial"/>
                <a:cs typeface="Arial"/>
                <a:sym typeface="Arial"/>
              </a:rPr>
              <a:t>The model: a small MLP feeding a fixed forward model</a:t>
            </a:r>
            <a:endParaRPr/>
          </a:p>
        </p:txBody>
      </p:sp>
      <p:sp>
        <p:nvSpPr>
          <p:cNvPr id="193" name="Google Shape;193;p34"/>
          <p:cNvSpPr/>
          <p:nvPr/>
        </p:nvSpPr>
        <p:spPr>
          <a:xfrm>
            <a:off x="365760" y="1188720"/>
            <a:ext cx="1371600" cy="8686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300" u="none" cap="none" strike="noStrike">
                <a:solidFill>
                  <a:srgbClr val="57068C"/>
                </a:solidFill>
                <a:latin typeface="Arial"/>
                <a:ea typeface="Arial"/>
                <a:cs typeface="Arial"/>
                <a:sym typeface="Arial"/>
              </a:rPr>
              <a:t>Observed AIA</a:t>
            </a:r>
            <a:endParaRPr/>
          </a:p>
          <a:p>
            <a:pPr indent="0" lvl="0" marL="0" marR="0" rtl="0" algn="ctr">
              <a:lnSpc>
                <a:spcPct val="100000"/>
              </a:lnSpc>
              <a:spcBef>
                <a:spcPts val="0"/>
              </a:spcBef>
              <a:spcAft>
                <a:spcPts val="0"/>
              </a:spcAft>
              <a:buNone/>
            </a:pPr>
            <a:r>
              <a:rPr b="0" i="0" lang="en" sz="1000" u="none" cap="none" strike="noStrike">
                <a:solidFill>
                  <a:srgbClr val="333333"/>
                </a:solidFill>
                <a:latin typeface="Arial"/>
                <a:ea typeface="Arial"/>
                <a:cs typeface="Arial"/>
                <a:sym typeface="Arial"/>
              </a:rPr>
              <a:t>6 channels</a:t>
            </a:r>
            <a:endParaRPr/>
          </a:p>
        </p:txBody>
      </p:sp>
      <p:sp>
        <p:nvSpPr>
          <p:cNvPr id="194" name="Google Shape;194;p34"/>
          <p:cNvSpPr/>
          <p:nvPr/>
        </p:nvSpPr>
        <p:spPr>
          <a:xfrm>
            <a:off x="2125980" y="1188720"/>
            <a:ext cx="1371600" cy="868680"/>
          </a:xfrm>
          <a:prstGeom prst="roundRect">
            <a:avLst>
              <a:gd fmla="val 6000" name="adj"/>
            </a:avLst>
          </a:prstGeom>
          <a:solidFill>
            <a:srgbClr val="57068C"/>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300" u="none" cap="none" strike="noStrike">
                <a:solidFill>
                  <a:srgbClr val="FFFFFF"/>
                </a:solidFill>
                <a:latin typeface="Arial"/>
                <a:ea typeface="Arial"/>
                <a:cs typeface="Arial"/>
                <a:sym typeface="Arial"/>
              </a:rPr>
              <a:t>MLP</a:t>
            </a:r>
            <a:endParaRPr/>
          </a:p>
          <a:p>
            <a:pPr indent="0" lvl="0" marL="0" marR="0" rtl="0" algn="ctr">
              <a:lnSpc>
                <a:spcPct val="100000"/>
              </a:lnSpc>
              <a:spcBef>
                <a:spcPts val="0"/>
              </a:spcBef>
              <a:spcAft>
                <a:spcPts val="0"/>
              </a:spcAft>
              <a:buNone/>
            </a:pPr>
            <a:r>
              <a:rPr b="0" i="0" lang="en" sz="1000" u="none" cap="none" strike="noStrike">
                <a:solidFill>
                  <a:srgbClr val="FFFFFF"/>
                </a:solidFill>
                <a:latin typeface="Arial"/>
                <a:ea typeface="Arial"/>
                <a:cs typeface="Arial"/>
                <a:sym typeface="Arial"/>
              </a:rPr>
              <a:t>176k params</a:t>
            </a:r>
            <a:endParaRPr/>
          </a:p>
        </p:txBody>
      </p:sp>
      <p:sp>
        <p:nvSpPr>
          <p:cNvPr id="195" name="Google Shape;195;p34"/>
          <p:cNvSpPr/>
          <p:nvPr/>
        </p:nvSpPr>
        <p:spPr>
          <a:xfrm>
            <a:off x="3886200" y="1188720"/>
            <a:ext cx="1371600" cy="8686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300" u="none" cap="none" strike="noStrike">
                <a:solidFill>
                  <a:srgbClr val="57068C"/>
                </a:solidFill>
                <a:latin typeface="Arial"/>
                <a:ea typeface="Arial"/>
                <a:cs typeface="Arial"/>
                <a:sym typeface="Arial"/>
              </a:rPr>
              <a:t>Basis weights</a:t>
            </a:r>
            <a:endParaRPr/>
          </a:p>
          <a:p>
            <a:pPr indent="0" lvl="0" marL="0" marR="0" rtl="0" algn="ctr">
              <a:lnSpc>
                <a:spcPct val="100000"/>
              </a:lnSpc>
              <a:spcBef>
                <a:spcPts val="0"/>
              </a:spcBef>
              <a:spcAft>
                <a:spcPts val="0"/>
              </a:spcAft>
              <a:buNone/>
            </a:pPr>
            <a:r>
              <a:rPr b="0" i="0" lang="en" sz="1000" u="none" cap="none" strike="noStrike">
                <a:solidFill>
                  <a:srgbClr val="333333"/>
                </a:solidFill>
                <a:latin typeface="Arial"/>
                <a:ea typeface="Arial"/>
                <a:cs typeface="Arial"/>
                <a:sym typeface="Arial"/>
              </a:rPr>
              <a:t>54, same as solver</a:t>
            </a:r>
            <a:endParaRPr/>
          </a:p>
        </p:txBody>
      </p:sp>
      <p:sp>
        <p:nvSpPr>
          <p:cNvPr id="196" name="Google Shape;196;p34"/>
          <p:cNvSpPr/>
          <p:nvPr/>
        </p:nvSpPr>
        <p:spPr>
          <a:xfrm>
            <a:off x="5646420" y="1188720"/>
            <a:ext cx="1371600" cy="8686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300" u="none" cap="none" strike="noStrike">
                <a:solidFill>
                  <a:srgbClr val="57068C"/>
                </a:solidFill>
                <a:latin typeface="Arial"/>
                <a:ea typeface="Arial"/>
                <a:cs typeface="Arial"/>
                <a:sym typeface="Arial"/>
              </a:rPr>
              <a:t>DEM</a:t>
            </a:r>
            <a:endParaRPr/>
          </a:p>
          <a:p>
            <a:pPr indent="0" lvl="0" marL="0" marR="0" rtl="0" algn="ctr">
              <a:lnSpc>
                <a:spcPct val="100000"/>
              </a:lnSpc>
              <a:spcBef>
                <a:spcPts val="0"/>
              </a:spcBef>
              <a:spcAft>
                <a:spcPts val="0"/>
              </a:spcAft>
              <a:buNone/>
            </a:pPr>
            <a:r>
              <a:rPr b="0" i="0" lang="en" sz="1000" u="none" cap="none" strike="noStrike">
                <a:solidFill>
                  <a:srgbClr val="333333"/>
                </a:solidFill>
                <a:latin typeface="Arial"/>
                <a:ea typeface="Arial"/>
                <a:cs typeface="Arial"/>
                <a:sym typeface="Arial"/>
              </a:rPr>
              <a:t>18 bins, logT 5.5–7.2</a:t>
            </a:r>
            <a:endParaRPr/>
          </a:p>
        </p:txBody>
      </p:sp>
      <p:sp>
        <p:nvSpPr>
          <p:cNvPr id="197" name="Google Shape;197;p34"/>
          <p:cNvSpPr/>
          <p:nvPr/>
        </p:nvSpPr>
        <p:spPr>
          <a:xfrm>
            <a:off x="7406640" y="1188720"/>
            <a:ext cx="1371600" cy="868680"/>
          </a:xfrm>
          <a:prstGeom prst="roundRect">
            <a:avLst>
              <a:gd fmla="val 6000" name="adj"/>
            </a:avLst>
          </a:prstGeom>
          <a:solidFill>
            <a:srgbClr val="F4F1F8"/>
          </a:solidFill>
          <a:ln>
            <a:noFill/>
          </a:ln>
        </p:spPr>
        <p:txBody>
          <a:bodyPr anchorCtr="0" anchor="ctr" bIns="45700" lIns="36575" spcFirstLastPara="1" rIns="36575" wrap="square" tIns="45700">
            <a:noAutofit/>
          </a:bodyPr>
          <a:lstStyle/>
          <a:p>
            <a:pPr indent="0" lvl="0" marL="0" marR="0" rtl="0" algn="ctr">
              <a:lnSpc>
                <a:spcPct val="100000"/>
              </a:lnSpc>
              <a:spcBef>
                <a:spcPts val="0"/>
              </a:spcBef>
              <a:spcAft>
                <a:spcPts val="0"/>
              </a:spcAft>
              <a:buNone/>
            </a:pPr>
            <a:r>
              <a:rPr b="1" i="0" lang="en" sz="1300" u="none" cap="none" strike="noStrike">
                <a:solidFill>
                  <a:srgbClr val="57068C"/>
                </a:solidFill>
                <a:latin typeface="Arial"/>
                <a:ea typeface="Arial"/>
                <a:cs typeface="Arial"/>
                <a:sym typeface="Arial"/>
              </a:rPr>
              <a:t>Predicted AIA</a:t>
            </a:r>
            <a:endParaRPr/>
          </a:p>
          <a:p>
            <a:pPr indent="0" lvl="0" marL="0" marR="0" rtl="0" algn="ctr">
              <a:lnSpc>
                <a:spcPct val="100000"/>
              </a:lnSpc>
              <a:spcBef>
                <a:spcPts val="0"/>
              </a:spcBef>
              <a:spcAft>
                <a:spcPts val="0"/>
              </a:spcAft>
              <a:buNone/>
            </a:pPr>
            <a:r>
              <a:rPr b="0" i="0" lang="en" sz="1000" u="none" cap="none" strike="noStrike">
                <a:solidFill>
                  <a:srgbClr val="333333"/>
                </a:solidFill>
                <a:latin typeface="Arial"/>
                <a:ea typeface="Arial"/>
                <a:cs typeface="Arial"/>
                <a:sym typeface="Arial"/>
              </a:rPr>
              <a:t>via response R</a:t>
            </a:r>
            <a:endParaRPr/>
          </a:p>
        </p:txBody>
      </p:sp>
      <p:cxnSp>
        <p:nvCxnSpPr>
          <p:cNvPr id="198" name="Google Shape;198;p34"/>
          <p:cNvCxnSpPr/>
          <p:nvPr/>
        </p:nvCxnSpPr>
        <p:spPr>
          <a:xfrm>
            <a:off x="1737360" y="1623060"/>
            <a:ext cx="388620"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99" name="Google Shape;199;p34"/>
          <p:cNvCxnSpPr/>
          <p:nvPr/>
        </p:nvCxnSpPr>
        <p:spPr>
          <a:xfrm>
            <a:off x="3497580" y="1623060"/>
            <a:ext cx="388620"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00" name="Google Shape;200;p34"/>
          <p:cNvCxnSpPr/>
          <p:nvPr/>
        </p:nvCxnSpPr>
        <p:spPr>
          <a:xfrm>
            <a:off x="5257800" y="1623060"/>
            <a:ext cx="388620"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01" name="Google Shape;201;p34"/>
          <p:cNvCxnSpPr/>
          <p:nvPr/>
        </p:nvCxnSpPr>
        <p:spPr>
          <a:xfrm>
            <a:off x="7018020" y="1623060"/>
            <a:ext cx="388620"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sp>
        <p:nvSpPr>
          <p:cNvPr id="202" name="Google Shape;202;p34"/>
          <p:cNvSpPr/>
          <p:nvPr/>
        </p:nvSpPr>
        <p:spPr>
          <a:xfrm>
            <a:off x="2125980" y="2514600"/>
            <a:ext cx="6652260" cy="548640"/>
          </a:xfrm>
          <a:prstGeom prst="roundRect">
            <a:avLst>
              <a:gd fmla="val 6000" name="adj"/>
            </a:avLst>
          </a:prstGeom>
          <a:solidFill>
            <a:srgbClr val="E3DF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rgbClr val="57068C"/>
                </a:solidFill>
                <a:latin typeface="Arial"/>
                <a:ea typeface="Arial"/>
                <a:cs typeface="Arial"/>
                <a:sym typeface="Arial"/>
              </a:rPr>
              <a:t>Loss: the solver's objective, predicted against observed AIA</a:t>
            </a:r>
            <a:endParaRPr/>
          </a:p>
        </p:txBody>
      </p:sp>
      <p:cxnSp>
        <p:nvCxnSpPr>
          <p:cNvPr id="203" name="Google Shape;203;p34"/>
          <p:cNvCxnSpPr/>
          <p:nvPr/>
        </p:nvCxnSpPr>
        <p:spPr>
          <a:xfrm>
            <a:off x="8092440" y="2057400"/>
            <a:ext cx="0" cy="45720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04" name="Google Shape;204;p34"/>
          <p:cNvCxnSpPr/>
          <p:nvPr/>
        </p:nvCxnSpPr>
        <p:spPr>
          <a:xfrm>
            <a:off x="1051560" y="2057400"/>
            <a:ext cx="0" cy="731520"/>
          </a:xfrm>
          <a:prstGeom prst="straightConnector1">
            <a:avLst/>
          </a:prstGeom>
          <a:noFill/>
          <a:ln cap="flat" cmpd="sng" w="19050">
            <a:solidFill>
              <a:srgbClr val="57068C"/>
            </a:solidFill>
            <a:prstDash val="solid"/>
            <a:round/>
            <a:headEnd len="sm" w="sm" type="none"/>
            <a:tailEnd len="sm" w="sm" type="none"/>
          </a:ln>
          <a:effectLst>
            <a:outerShdw blurRad="40000" rotWithShape="0" dir="5400000" dist="20000">
              <a:srgbClr val="000000">
                <a:alpha val="38039"/>
              </a:srgbClr>
            </a:outerShdw>
          </a:effectLst>
        </p:spPr>
      </p:cxnSp>
      <p:cxnSp>
        <p:nvCxnSpPr>
          <p:cNvPr id="205" name="Google Shape;205;p34"/>
          <p:cNvCxnSpPr/>
          <p:nvPr/>
        </p:nvCxnSpPr>
        <p:spPr>
          <a:xfrm>
            <a:off x="1051560" y="2788920"/>
            <a:ext cx="1074420" cy="0"/>
          </a:xfrm>
          <a:prstGeom prst="straightConnector1">
            <a:avLst/>
          </a:prstGeom>
          <a:noFill/>
          <a:ln cap="flat" cmpd="sng" w="19050">
            <a:solidFill>
              <a:srgbClr val="57068C"/>
            </a:solidFill>
            <a:prstDash val="solid"/>
            <a:round/>
            <a:headEnd len="sm" w="sm" type="none"/>
            <a:tailEnd len="med" w="med" type="triangle"/>
          </a:ln>
          <a:effectLst>
            <a:outerShdw blurRad="40000" rotWithShape="0" dir="5400000" dist="20000">
              <a:srgbClr val="000000">
                <a:alpha val="38039"/>
              </a:srgbClr>
            </a:outerShdw>
          </a:effectLst>
        </p:spPr>
      </p:cxnSp>
      <p:sp>
        <p:nvSpPr>
          <p:cNvPr id="206" name="Google Shape;206;p34"/>
          <p:cNvSpPr txBox="1"/>
          <p:nvPr/>
        </p:nvSpPr>
        <p:spPr>
          <a:xfrm>
            <a:off x="365760" y="3154680"/>
            <a:ext cx="8412600" cy="1077600"/>
          </a:xfrm>
          <a:prstGeom prst="rect">
            <a:avLst/>
          </a:prstGeom>
          <a:noFill/>
          <a:ln>
            <a:noFill/>
          </a:ln>
        </p:spPr>
        <p:txBody>
          <a:bodyPr anchorCtr="0" anchor="t" bIns="0" lIns="0" spcFirstLastPara="1" rIns="0" wrap="square" tIns="0">
            <a:spAutoFit/>
          </a:bodyPr>
          <a:lstStyle/>
          <a:p>
            <a:pPr indent="-182880" lvl="0" marL="182880" marR="0" rtl="0" algn="l">
              <a:lnSpc>
                <a:spcPct val="100000"/>
              </a:lnSpc>
              <a:spcBef>
                <a:spcPts val="0"/>
              </a:spcBef>
              <a:spcAft>
                <a:spcPts val="0"/>
              </a:spcAft>
              <a:buClr>
                <a:srgbClr val="333333"/>
              </a:buClr>
              <a:buSzPts val="1200"/>
              <a:buFont typeface="Arial"/>
              <a:buChar char="•"/>
            </a:pPr>
            <a:r>
              <a:rPr b="0" i="0" lang="en" sz="1200" u="none" cap="none" strike="noStrike">
                <a:solidFill>
                  <a:srgbClr val="333333"/>
                </a:solidFill>
                <a:latin typeface="Arial"/>
                <a:ea typeface="Arial"/>
                <a:cs typeface="Arial"/>
                <a:sym typeface="Arial"/>
              </a:rPr>
              <a:t>6 log-intensities in; 4 hidden layers of 232, SiLU; 54 non-negative basis weights out.</a:t>
            </a:r>
            <a:endParaRPr/>
          </a:p>
          <a:p>
            <a:pPr indent="-182880" lvl="0" marL="182880" marR="0" rtl="0" algn="l">
              <a:lnSpc>
                <a:spcPct val="100000"/>
              </a:lnSpc>
              <a:spcBef>
                <a:spcPts val="400"/>
              </a:spcBef>
              <a:spcAft>
                <a:spcPts val="0"/>
              </a:spcAft>
              <a:buClr>
                <a:srgbClr val="333333"/>
              </a:buClr>
              <a:buSzPts val="1200"/>
              <a:buFont typeface="Arial"/>
              <a:buChar char="•"/>
            </a:pPr>
            <a:r>
              <a:rPr b="0" i="0" lang="en" sz="1200" u="none" cap="none" strike="noStrike">
                <a:solidFill>
                  <a:srgbClr val="333333"/>
                </a:solidFill>
                <a:latin typeface="Arial"/>
                <a:ea typeface="Arial"/>
                <a:cs typeface="Arial"/>
                <a:sym typeface="Arial"/>
              </a:rPr>
              <a:t>BP and ElasticNet solve for the same 54 weights (at each of 18 bins, a spike and Gaussians 0.1 and 0.2 dex wide), and their L1 term acts on those weights.</a:t>
            </a:r>
            <a:endParaRPr/>
          </a:p>
          <a:p>
            <a:pPr indent="-182880" lvl="0" marL="182880" marR="0" rtl="0" algn="l">
              <a:lnSpc>
                <a:spcPct val="100000"/>
              </a:lnSpc>
              <a:spcBef>
                <a:spcPts val="400"/>
              </a:spcBef>
              <a:spcAft>
                <a:spcPts val="0"/>
              </a:spcAft>
              <a:buClr>
                <a:srgbClr val="333333"/>
              </a:buClr>
              <a:buSzPts val="1200"/>
              <a:buFont typeface="Arial"/>
              <a:buChar char="•"/>
            </a:pPr>
            <a:r>
              <a:rPr b="0" i="0" lang="en" sz="1200" u="none" cap="none" strike="noStrike">
                <a:solidFill>
                  <a:srgbClr val="333333"/>
                </a:solidFill>
                <a:latin typeface="Arial"/>
                <a:ea typeface="Arial"/>
                <a:cs typeface="Arial"/>
                <a:sym typeface="Arial"/>
              </a:rPr>
              <a:t>DEM = B·w over 18 bins; predicted AIA = R·DEM. B and R are fixed; only the MLP is learned.</a:t>
            </a:r>
            <a:endParaRPr/>
          </a:p>
          <a:p>
            <a:pPr indent="-182880" lvl="0" marL="182880" marR="0" rtl="0" algn="l">
              <a:lnSpc>
                <a:spcPct val="100000"/>
              </a:lnSpc>
              <a:spcBef>
                <a:spcPts val="400"/>
              </a:spcBef>
              <a:spcAft>
                <a:spcPts val="0"/>
              </a:spcAft>
              <a:buClr>
                <a:srgbClr val="333333"/>
              </a:buClr>
              <a:buSzPts val="1200"/>
              <a:buFont typeface="Arial"/>
              <a:buChar char="•"/>
            </a:pPr>
            <a:r>
              <a:rPr b="0" i="0" lang="en" sz="1200" u="none" cap="none" strike="noStrike">
                <a:solidFill>
                  <a:srgbClr val="333333"/>
                </a:solidFill>
                <a:latin typeface="Arial"/>
                <a:ea typeface="Arial"/>
                <a:cs typeface="Arial"/>
                <a:sym typeface="Arial"/>
              </a:rPr>
              <a:t>176k parameters; one forward pass per pixel.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nvSpPr>
        <p:spPr>
          <a:xfrm>
            <a:off x="265176" y="219456"/>
            <a:ext cx="8503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57068C"/>
                </a:solidFill>
                <a:latin typeface="Arial"/>
                <a:ea typeface="Arial"/>
                <a:cs typeface="Arial"/>
                <a:sym typeface="Arial"/>
              </a:rPr>
              <a:t>The loss is the solver's own objective</a:t>
            </a:r>
            <a:endParaRPr/>
          </a:p>
        </p:txBody>
      </p:sp>
      <p:sp>
        <p:nvSpPr>
          <p:cNvPr id="212" name="Google Shape;212;p35"/>
          <p:cNvSpPr/>
          <p:nvPr/>
        </p:nvSpPr>
        <p:spPr>
          <a:xfrm>
            <a:off x="365760" y="914400"/>
            <a:ext cx="5029200" cy="1417320"/>
          </a:xfrm>
          <a:prstGeom prst="roundRect">
            <a:avLst>
              <a:gd fmla="val 6000" name="adj"/>
            </a:avLst>
          </a:prstGeom>
          <a:solidFill>
            <a:srgbClr val="F4F1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35"/>
          <p:cNvSpPr txBox="1"/>
          <p:nvPr/>
        </p:nvSpPr>
        <p:spPr>
          <a:xfrm>
            <a:off x="548640" y="1024128"/>
            <a:ext cx="46634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250" u="none" cap="none" strike="noStrike">
                <a:solidFill>
                  <a:srgbClr val="57068C"/>
                </a:solidFill>
                <a:latin typeface="Arial"/>
                <a:ea typeface="Arial"/>
                <a:cs typeface="Arial"/>
                <a:sym typeface="Arial"/>
              </a:rPr>
              <a:t>BP track</a:t>
            </a:r>
            <a:endParaRPr/>
          </a:p>
        </p:txBody>
      </p:sp>
      <p:sp>
        <p:nvSpPr>
          <p:cNvPr id="214" name="Google Shape;214;p35"/>
          <p:cNvSpPr txBox="1"/>
          <p:nvPr/>
        </p:nvSpPr>
        <p:spPr>
          <a:xfrm>
            <a:off x="548640" y="132588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300" u="none" cap="none" strike="noStrike">
                <a:solidFill>
                  <a:srgbClr val="333333"/>
                </a:solidFill>
                <a:latin typeface="Cambria"/>
                <a:ea typeface="Cambria"/>
                <a:cs typeface="Cambria"/>
                <a:sym typeface="Cambria"/>
              </a:rPr>
              <a:t>L = Σ</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max(0, |ŷ</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o</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tσ</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tσ</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]²  +  Σ</a:t>
            </a:r>
            <a:r>
              <a:rPr b="0" baseline="-25000" i="0" lang="en" sz="1300" u="none" cap="none" strike="noStrike">
                <a:solidFill>
                  <a:srgbClr val="333333"/>
                </a:solidFill>
                <a:latin typeface="Cambria"/>
                <a:ea typeface="Cambria"/>
                <a:cs typeface="Cambria"/>
                <a:sym typeface="Cambria"/>
              </a:rPr>
              <a:t>k</a:t>
            </a:r>
            <a:r>
              <a:rPr b="0" i="0" lang="en" sz="1300" u="none" cap="none" strike="noStrike">
                <a:solidFill>
                  <a:srgbClr val="333333"/>
                </a:solidFill>
                <a:latin typeface="Cambria"/>
                <a:ea typeface="Cambria"/>
                <a:cs typeface="Cambria"/>
                <a:sym typeface="Cambria"/>
              </a:rPr>
              <a:t> w</a:t>
            </a:r>
            <a:r>
              <a:rPr b="0" baseline="-25000" i="0" lang="en" sz="1300" u="none" cap="none" strike="noStrike">
                <a:solidFill>
                  <a:srgbClr val="333333"/>
                </a:solidFill>
                <a:latin typeface="Cambria"/>
                <a:ea typeface="Cambria"/>
                <a:cs typeface="Cambria"/>
                <a:sym typeface="Cambria"/>
              </a:rPr>
              <a:t>k</a:t>
            </a:r>
            <a:endParaRPr/>
          </a:p>
        </p:txBody>
      </p:sp>
      <p:sp>
        <p:nvSpPr>
          <p:cNvPr id="215" name="Google Shape;215;p35"/>
          <p:cNvSpPr txBox="1"/>
          <p:nvPr/>
        </p:nvSpPr>
        <p:spPr>
          <a:xfrm>
            <a:off x="548640" y="1719072"/>
            <a:ext cx="4663440" cy="548640"/>
          </a:xfrm>
          <a:prstGeom prst="rect">
            <a:avLst/>
          </a:prstGeom>
          <a:noFill/>
          <a:ln>
            <a:noFill/>
          </a:ln>
        </p:spPr>
        <p:txBody>
          <a:bodyPr anchorCtr="0" anchor="t" bIns="0" lIns="0" spcFirstLastPara="1" rIns="0" wrap="square" tIns="0">
            <a:spAutoFit/>
          </a:bodyPr>
          <a:lstStyle/>
          <a:p>
            <a:pPr indent="-182880" lvl="0" marL="182880" marR="0" rtl="0" algn="l">
              <a:lnSpc>
                <a:spcPct val="100000"/>
              </a:lnSpc>
              <a:spcBef>
                <a:spcPts val="0"/>
              </a:spcBef>
              <a:spcAft>
                <a:spcPts val="0"/>
              </a:spcAft>
              <a:buClr>
                <a:srgbClr val="333333"/>
              </a:buClr>
              <a:buSzPts val="1050"/>
              <a:buFont typeface="Arial"/>
              <a:buChar char="•"/>
            </a:pPr>
            <a:r>
              <a:rPr b="0" i="0" lang="en" sz="1050" u="none" cap="none" strike="noStrike">
                <a:solidFill>
                  <a:srgbClr val="333333"/>
                </a:solidFill>
                <a:latin typeface="Arial"/>
                <a:ea typeface="Arial"/>
                <a:cs typeface="Arial"/>
                <a:sym typeface="Arial"/>
              </a:rPr>
              <a:t>Zero inside the noise band (t = 1.4), quadratic outside.</a:t>
            </a:r>
            <a:endParaRPr/>
          </a:p>
          <a:p>
            <a:pPr indent="-182880" lvl="0" marL="182880" marR="0" rtl="0" algn="l">
              <a:lnSpc>
                <a:spcPct val="100000"/>
              </a:lnSpc>
              <a:spcBef>
                <a:spcPts val="200"/>
              </a:spcBef>
              <a:spcAft>
                <a:spcPts val="0"/>
              </a:spcAft>
              <a:buClr>
                <a:srgbClr val="333333"/>
              </a:buClr>
              <a:buSzPts val="1050"/>
              <a:buFont typeface="Arial"/>
              <a:buChar char="•"/>
            </a:pPr>
            <a:r>
              <a:rPr b="0" i="0" lang="en" sz="1050" u="none" cap="none" strike="noStrike">
                <a:solidFill>
                  <a:srgbClr val="333333"/>
                </a:solidFill>
                <a:latin typeface="Arial"/>
                <a:ea typeface="Arial"/>
                <a:cs typeface="Arial"/>
                <a:sym typeface="Arial"/>
              </a:rPr>
              <a:t>Then the L1 term picks the sparsest DEM that fits: BP's criterion.</a:t>
            </a:r>
            <a:endParaRPr/>
          </a:p>
        </p:txBody>
      </p:sp>
      <p:sp>
        <p:nvSpPr>
          <p:cNvPr id="216" name="Google Shape;216;p35"/>
          <p:cNvSpPr/>
          <p:nvPr/>
        </p:nvSpPr>
        <p:spPr>
          <a:xfrm>
            <a:off x="365760" y="2514600"/>
            <a:ext cx="5029200" cy="1417320"/>
          </a:xfrm>
          <a:prstGeom prst="roundRect">
            <a:avLst>
              <a:gd fmla="val 6000" name="adj"/>
            </a:avLst>
          </a:prstGeom>
          <a:solidFill>
            <a:srgbClr val="F4F1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35"/>
          <p:cNvSpPr txBox="1"/>
          <p:nvPr/>
        </p:nvSpPr>
        <p:spPr>
          <a:xfrm>
            <a:off x="548640" y="2624328"/>
            <a:ext cx="46634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250" u="none" cap="none" strike="noStrike">
                <a:solidFill>
                  <a:srgbClr val="57068C"/>
                </a:solidFill>
                <a:latin typeface="Arial"/>
                <a:ea typeface="Arial"/>
                <a:cs typeface="Arial"/>
                <a:sym typeface="Arial"/>
              </a:rPr>
              <a:t>ElasticNet track</a:t>
            </a:r>
            <a:endParaRPr/>
          </a:p>
        </p:txBody>
      </p:sp>
      <p:sp>
        <p:nvSpPr>
          <p:cNvPr id="218" name="Google Shape;218;p35"/>
          <p:cNvSpPr txBox="1"/>
          <p:nvPr/>
        </p:nvSpPr>
        <p:spPr>
          <a:xfrm>
            <a:off x="548640" y="292608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300" u="none" cap="none" strike="noStrike">
                <a:solidFill>
                  <a:srgbClr val="333333"/>
                </a:solidFill>
                <a:latin typeface="Cambria"/>
                <a:ea typeface="Cambria"/>
                <a:cs typeface="Cambria"/>
                <a:sym typeface="Cambria"/>
              </a:rPr>
              <a:t>L = (1/2C) Σ</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(ŷ</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o</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 tσ</a:t>
            </a:r>
            <a:r>
              <a:rPr b="0" baseline="-25000" i="0" lang="en" sz="1300" u="none" cap="none" strike="noStrike">
                <a:solidFill>
                  <a:srgbClr val="333333"/>
                </a:solidFill>
                <a:latin typeface="Cambria"/>
                <a:ea typeface="Cambria"/>
                <a:cs typeface="Cambria"/>
                <a:sym typeface="Cambria"/>
              </a:rPr>
              <a:t>c</a:t>
            </a:r>
            <a:r>
              <a:rPr b="0" i="0" lang="en" sz="1300" u="none" cap="none" strike="noStrike">
                <a:solidFill>
                  <a:srgbClr val="333333"/>
                </a:solidFill>
                <a:latin typeface="Cambria"/>
                <a:ea typeface="Cambria"/>
                <a:cs typeface="Cambria"/>
                <a:sym typeface="Cambria"/>
              </a:rPr>
              <a:t> ]²  +  αλ Σ</a:t>
            </a:r>
            <a:r>
              <a:rPr b="0" baseline="-25000" i="0" lang="en" sz="1300" u="none" cap="none" strike="noStrike">
                <a:solidFill>
                  <a:srgbClr val="333333"/>
                </a:solidFill>
                <a:latin typeface="Cambria"/>
                <a:ea typeface="Cambria"/>
                <a:cs typeface="Cambria"/>
                <a:sym typeface="Cambria"/>
              </a:rPr>
              <a:t>k</a:t>
            </a:r>
            <a:r>
              <a:rPr b="0" i="0" lang="en" sz="1300" u="none" cap="none" strike="noStrike">
                <a:solidFill>
                  <a:srgbClr val="333333"/>
                </a:solidFill>
                <a:latin typeface="Cambria"/>
                <a:ea typeface="Cambria"/>
                <a:cs typeface="Cambria"/>
                <a:sym typeface="Cambria"/>
              </a:rPr>
              <a:t> w</a:t>
            </a:r>
            <a:r>
              <a:rPr b="0" baseline="-25000" i="0" lang="en" sz="1300" u="none" cap="none" strike="noStrike">
                <a:solidFill>
                  <a:srgbClr val="333333"/>
                </a:solidFill>
                <a:latin typeface="Cambria"/>
                <a:ea typeface="Cambria"/>
                <a:cs typeface="Cambria"/>
                <a:sym typeface="Cambria"/>
              </a:rPr>
              <a:t>k</a:t>
            </a:r>
            <a:r>
              <a:rPr b="0" i="0" lang="en" sz="1300" u="none" cap="none" strike="noStrike">
                <a:solidFill>
                  <a:srgbClr val="333333"/>
                </a:solidFill>
                <a:latin typeface="Cambria"/>
                <a:ea typeface="Cambria"/>
                <a:cs typeface="Cambria"/>
                <a:sym typeface="Cambria"/>
              </a:rPr>
              <a:t>  +  ½α(1−λ) Σ</a:t>
            </a:r>
            <a:r>
              <a:rPr b="0" baseline="-25000" i="0" lang="en" sz="1300" u="none" cap="none" strike="noStrike">
                <a:solidFill>
                  <a:srgbClr val="333333"/>
                </a:solidFill>
                <a:latin typeface="Cambria"/>
                <a:ea typeface="Cambria"/>
                <a:cs typeface="Cambria"/>
                <a:sym typeface="Cambria"/>
              </a:rPr>
              <a:t>k</a:t>
            </a:r>
            <a:r>
              <a:rPr b="0" i="0" lang="en" sz="1300" u="none" cap="none" strike="noStrike">
                <a:solidFill>
                  <a:srgbClr val="333333"/>
                </a:solidFill>
                <a:latin typeface="Cambria"/>
                <a:ea typeface="Cambria"/>
                <a:cs typeface="Cambria"/>
                <a:sym typeface="Cambria"/>
              </a:rPr>
              <a:t> w</a:t>
            </a:r>
            <a:r>
              <a:rPr b="0" baseline="-25000" i="0" lang="en" sz="1300" u="none" cap="none" strike="noStrike">
                <a:solidFill>
                  <a:srgbClr val="333333"/>
                </a:solidFill>
                <a:latin typeface="Cambria"/>
                <a:ea typeface="Cambria"/>
                <a:cs typeface="Cambria"/>
                <a:sym typeface="Cambria"/>
              </a:rPr>
              <a:t>k</a:t>
            </a:r>
            <a:r>
              <a:rPr b="0" i="0" lang="en" sz="1300" u="none" cap="none" strike="noStrike">
                <a:solidFill>
                  <a:srgbClr val="333333"/>
                </a:solidFill>
                <a:latin typeface="Cambria"/>
                <a:ea typeface="Cambria"/>
                <a:cs typeface="Cambria"/>
                <a:sym typeface="Cambria"/>
              </a:rPr>
              <a:t>²</a:t>
            </a:r>
            <a:endParaRPr/>
          </a:p>
        </p:txBody>
      </p:sp>
      <p:sp>
        <p:nvSpPr>
          <p:cNvPr id="219" name="Google Shape;219;p35"/>
          <p:cNvSpPr txBox="1"/>
          <p:nvPr/>
        </p:nvSpPr>
        <p:spPr>
          <a:xfrm>
            <a:off x="548640" y="3319272"/>
            <a:ext cx="4663440" cy="548640"/>
          </a:xfrm>
          <a:prstGeom prst="rect">
            <a:avLst/>
          </a:prstGeom>
          <a:noFill/>
          <a:ln>
            <a:noFill/>
          </a:ln>
        </p:spPr>
        <p:txBody>
          <a:bodyPr anchorCtr="0" anchor="t" bIns="0" lIns="0" spcFirstLastPara="1" rIns="0" wrap="square" tIns="0">
            <a:spAutoFit/>
          </a:bodyPr>
          <a:lstStyle/>
          <a:p>
            <a:pPr indent="-182880" lvl="0" marL="182880" marR="0" rtl="0" algn="l">
              <a:lnSpc>
                <a:spcPct val="100000"/>
              </a:lnSpc>
              <a:spcBef>
                <a:spcPts val="0"/>
              </a:spcBef>
              <a:spcAft>
                <a:spcPts val="0"/>
              </a:spcAft>
              <a:buClr>
                <a:srgbClr val="333333"/>
              </a:buClr>
              <a:buSzPts val="1050"/>
              <a:buFont typeface="Arial"/>
              <a:buChar char="•"/>
            </a:pPr>
            <a:r>
              <a:rPr b="0" i="0" lang="en" sz="1050" u="none" cap="none" strike="noStrike">
                <a:solidFill>
                  <a:srgbClr val="333333"/>
                </a:solidFill>
                <a:latin typeface="Arial"/>
                <a:ea typeface="Arial"/>
                <a:cs typeface="Arial"/>
                <a:sym typeface="Arial"/>
              </a:rPr>
              <a:t>The solver's settings: α = 0.001, λ = 0.5, C = 6.</a:t>
            </a:r>
            <a:endParaRPr/>
          </a:p>
        </p:txBody>
      </p:sp>
      <p:sp>
        <p:nvSpPr>
          <p:cNvPr id="220" name="Google Shape;220;p35"/>
          <p:cNvSpPr txBox="1"/>
          <p:nvPr/>
        </p:nvSpPr>
        <p:spPr>
          <a:xfrm>
            <a:off x="365760" y="4160520"/>
            <a:ext cx="5029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100" u="none" cap="none" strike="noStrike">
                <a:solidFill>
                  <a:srgbClr val="6B6B6B"/>
                </a:solidFill>
                <a:latin typeface="Arial"/>
                <a:ea typeface="Arial"/>
                <a:cs typeface="Arial"/>
                <a:sym typeface="Arial"/>
              </a:rPr>
              <a:t>In both: ŷ = R·B·w, with w ≥ 0.</a:t>
            </a:r>
            <a:endParaRPr/>
          </a:p>
        </p:txBody>
      </p:sp>
      <p:pic>
        <p:nvPicPr>
          <p:cNvPr descr="band_penalty.png" id="221" name="Google Shape;221;p35"/>
          <p:cNvPicPr preferRelativeResize="0"/>
          <p:nvPr/>
        </p:nvPicPr>
        <p:blipFill rotWithShape="1">
          <a:blip r:embed="rId3">
            <a:alphaModFix/>
          </a:blip>
          <a:srcRect b="0" l="0" r="0" t="0"/>
          <a:stretch/>
        </p:blipFill>
        <p:spPr>
          <a:xfrm>
            <a:off x="5623560" y="1221959"/>
            <a:ext cx="3154680" cy="2128082"/>
          </a:xfrm>
          <a:prstGeom prst="rect">
            <a:avLst/>
          </a:prstGeom>
          <a:noFill/>
          <a:ln>
            <a:noFill/>
          </a:ln>
        </p:spPr>
      </p:pic>
      <p:sp>
        <p:nvSpPr>
          <p:cNvPr id="222" name="Google Shape;222;p35"/>
          <p:cNvSpPr txBox="1"/>
          <p:nvPr/>
        </p:nvSpPr>
        <p:spPr>
          <a:xfrm>
            <a:off x="5623560" y="3429000"/>
            <a:ext cx="31546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 sz="950" u="none" cap="none" strike="noStrike">
                <a:solidFill>
                  <a:srgbClr val="6B6B6B"/>
                </a:solidFill>
                <a:latin typeface="Arial"/>
                <a:ea typeface="Arial"/>
                <a:cs typeface="Arial"/>
                <a:sym typeface="Arial"/>
              </a:rPr>
              <a:t>The BP band penalty for one channel.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nvSpPr>
        <p:spPr>
          <a:xfrm>
            <a:off x="265176" y="219456"/>
            <a:ext cx="8503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57068C"/>
                </a:solidFill>
                <a:latin typeface="Arial"/>
                <a:ea typeface="Arial"/>
                <a:cs typeface="Arial"/>
                <a:sym typeface="Arial"/>
              </a:rPr>
              <a:t>Three routes to a DEM, compared on the same test</a:t>
            </a:r>
            <a:endParaRPr/>
          </a:p>
        </p:txBody>
      </p:sp>
      <p:sp>
        <p:nvSpPr>
          <p:cNvPr id="228" name="Google Shape;228;p36"/>
          <p:cNvSpPr txBox="1"/>
          <p:nvPr/>
        </p:nvSpPr>
        <p:spPr>
          <a:xfrm>
            <a:off x="365760" y="1005840"/>
            <a:ext cx="8412600" cy="1616100"/>
          </a:xfrm>
          <a:prstGeom prst="rect">
            <a:avLst/>
          </a:prstGeom>
          <a:noFill/>
          <a:ln>
            <a:noFill/>
          </a:ln>
        </p:spPr>
        <p:txBody>
          <a:bodyPr anchorCtr="0" anchor="t" bIns="0" lIns="0" spcFirstLastPara="1" rIns="0" wrap="square" tIns="0">
            <a:spAutoFit/>
          </a:bodyPr>
          <a:lstStyle/>
          <a:p>
            <a:pPr indent="-182880" lvl="0" marL="182880" marR="0" rtl="0" algn="l">
              <a:lnSpc>
                <a:spcPct val="100000"/>
              </a:lnSpc>
              <a:spcBef>
                <a:spcPts val="0"/>
              </a:spcBef>
              <a:spcAft>
                <a:spcPts val="0"/>
              </a:spcAft>
              <a:buClr>
                <a:srgbClr val="333333"/>
              </a:buClr>
              <a:buSzPts val="1400"/>
              <a:buFont typeface="Arial"/>
              <a:buChar char="•"/>
            </a:pPr>
            <a:r>
              <a:rPr b="1" i="0" lang="en" sz="1400" u="none" cap="none" strike="noStrike">
                <a:solidFill>
                  <a:srgbClr val="57068C"/>
                </a:solidFill>
                <a:latin typeface="Arial"/>
                <a:ea typeface="Arial"/>
                <a:cs typeface="Arial"/>
                <a:sym typeface="Arial"/>
              </a:rPr>
              <a:t>Solver (BP, ElasticNet): </a:t>
            </a:r>
            <a:r>
              <a:rPr b="0" i="0" lang="en" sz="1400" u="none" cap="none" strike="noStrike">
                <a:solidFill>
                  <a:srgbClr val="333333"/>
                </a:solidFill>
                <a:latin typeface="Arial"/>
                <a:ea typeface="Arial"/>
                <a:cs typeface="Arial"/>
                <a:sym typeface="Arial"/>
              </a:rPr>
              <a:t>optimises its objective for each pixel. This is the reference.</a:t>
            </a:r>
            <a:endParaRPr/>
          </a:p>
          <a:p>
            <a:pPr indent="-182880" lvl="0" marL="182880" marR="0" rtl="0" algn="l">
              <a:lnSpc>
                <a:spcPct val="100000"/>
              </a:lnSpc>
              <a:spcBef>
                <a:spcPts val="1400"/>
              </a:spcBef>
              <a:spcAft>
                <a:spcPts val="0"/>
              </a:spcAft>
              <a:buClr>
                <a:srgbClr val="333333"/>
              </a:buClr>
              <a:buSzPts val="1400"/>
              <a:buFont typeface="Arial"/>
              <a:buChar char="•"/>
            </a:pPr>
            <a:r>
              <a:rPr b="1" i="0" lang="en" sz="1400" u="none" cap="none" strike="noStrike">
                <a:solidFill>
                  <a:srgbClr val="57068C"/>
                </a:solidFill>
                <a:latin typeface="Arial"/>
                <a:ea typeface="Arial"/>
                <a:cs typeface="Arial"/>
                <a:sym typeface="Arial"/>
              </a:rPr>
              <a:t>Supervised network: </a:t>
            </a:r>
            <a:r>
              <a:rPr b="0" i="0" lang="en" sz="1400" u="none" cap="none" strike="noStrike">
                <a:solidFill>
                  <a:srgbClr val="333333"/>
                </a:solidFill>
                <a:latin typeface="Arial"/>
                <a:ea typeface="Arial"/>
                <a:cs typeface="Arial"/>
                <a:sym typeface="Arial"/>
              </a:rPr>
              <a:t>learns to predict the solver's DEMs, so it needs them as labels.</a:t>
            </a:r>
            <a:endParaRPr/>
          </a:p>
          <a:p>
            <a:pPr indent="-182880" lvl="0" marL="182880" marR="0" rtl="0" algn="l">
              <a:lnSpc>
                <a:spcPct val="100000"/>
              </a:lnSpc>
              <a:spcBef>
                <a:spcPts val="1400"/>
              </a:spcBef>
              <a:spcAft>
                <a:spcPts val="0"/>
              </a:spcAft>
              <a:buClr>
                <a:srgbClr val="333333"/>
              </a:buClr>
              <a:buSzPts val="1400"/>
              <a:buFont typeface="Arial"/>
              <a:buChar char="•"/>
            </a:pPr>
            <a:r>
              <a:rPr b="1" i="0" lang="en" sz="1400" u="none" cap="none" strike="noStrike">
                <a:solidFill>
                  <a:srgbClr val="57068C"/>
                </a:solidFill>
                <a:latin typeface="Arial"/>
                <a:ea typeface="Arial"/>
                <a:cs typeface="Arial"/>
                <a:sym typeface="Arial"/>
              </a:rPr>
              <a:t>Label-free network: </a:t>
            </a:r>
            <a:r>
              <a:rPr b="0" i="0" lang="en" sz="1400" u="none" cap="none" strike="noStrike">
                <a:solidFill>
                  <a:srgbClr val="333333"/>
                </a:solidFill>
                <a:latin typeface="Arial"/>
                <a:ea typeface="Arial"/>
                <a:cs typeface="Arial"/>
                <a:sym typeface="Arial"/>
              </a:rPr>
              <a:t>learns to minimise the solver's objective, with no labels.</a:t>
            </a:r>
            <a:endParaRPr/>
          </a:p>
          <a:p>
            <a:pPr indent="-182880" lvl="0" marL="182880" marR="0" rtl="0" algn="l">
              <a:lnSpc>
                <a:spcPct val="100000"/>
              </a:lnSpc>
              <a:spcBef>
                <a:spcPts val="1400"/>
              </a:spcBef>
              <a:spcAft>
                <a:spcPts val="0"/>
              </a:spcAft>
              <a:buClr>
                <a:srgbClr val="333333"/>
              </a:buClr>
              <a:buSzPts val="1400"/>
              <a:buFont typeface="Arial"/>
              <a:buChar char="•"/>
            </a:pPr>
            <a:r>
              <a:rPr b="1" i="0" lang="en" sz="1400" u="none" cap="none" strike="noStrike">
                <a:solidFill>
                  <a:srgbClr val="57068C"/>
                </a:solidFill>
                <a:latin typeface="Arial"/>
                <a:ea typeface="Arial"/>
                <a:cs typeface="Arial"/>
                <a:sym typeface="Arial"/>
              </a:rPr>
              <a:t>Same test for all: </a:t>
            </a:r>
            <a:r>
              <a:rPr b="0" i="0" lang="en" sz="1400" u="none" cap="none" strike="noStrike">
                <a:solidFill>
                  <a:srgbClr val="333333"/>
                </a:solidFill>
                <a:latin typeface="Arial"/>
                <a:ea typeface="Arial"/>
                <a:cs typeface="Arial"/>
                <a:sym typeface="Arial"/>
              </a:rPr>
              <a:t>153 days never seen in training, identical pixels. DEM metrics against the solver; AIA reconstruction against the observation.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846450"/>
            <a:ext cx="8520600" cy="167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Part 2 </a:t>
            </a:r>
            <a:br>
              <a:rPr lang="en" sz="4100"/>
            </a:br>
            <a:r>
              <a:rPr lang="en" sz="4100"/>
              <a:t>Problem and approach</a:t>
            </a:r>
            <a:endParaRPr sz="4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nvSpPr>
        <p:spPr>
          <a:xfrm>
            <a:off x="265176" y="219456"/>
            <a:ext cx="8503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57068C"/>
                </a:solidFill>
                <a:latin typeface="Arial"/>
                <a:ea typeface="Arial"/>
                <a:cs typeface="Arial"/>
                <a:sym typeface="Arial"/>
              </a:rPr>
              <a:t>Six channels underdetermine the DEM: the regulariser picks it</a:t>
            </a:r>
            <a:endParaRPr/>
          </a:p>
        </p:txBody>
      </p:sp>
      <p:sp>
        <p:nvSpPr>
          <p:cNvPr id="239" name="Google Shape;239;p38"/>
          <p:cNvSpPr txBox="1"/>
          <p:nvPr/>
        </p:nvSpPr>
        <p:spPr>
          <a:xfrm>
            <a:off x="365760" y="914400"/>
            <a:ext cx="8412480" cy="1371600"/>
          </a:xfrm>
          <a:prstGeom prst="rect">
            <a:avLst/>
          </a:prstGeom>
          <a:noFill/>
          <a:ln>
            <a:noFill/>
          </a:ln>
        </p:spPr>
        <p:txBody>
          <a:bodyPr anchorCtr="0" anchor="t" bIns="0" lIns="0" spcFirstLastPara="1" rIns="0" wrap="square" tIns="0">
            <a:spAutoFit/>
          </a:bodyPr>
          <a:lstStyle/>
          <a:p>
            <a:pPr indent="-182880" lvl="0" marL="182880" marR="0" rtl="0" algn="l">
              <a:lnSpc>
                <a:spcPct val="100000"/>
              </a:lnSpc>
              <a:spcBef>
                <a:spcPts val="0"/>
              </a:spcBef>
              <a:spcAft>
                <a:spcPts val="0"/>
              </a:spcAft>
              <a:buClr>
                <a:srgbClr val="333333"/>
              </a:buClr>
              <a:buSzPts val="1250"/>
              <a:buFont typeface="Arial"/>
              <a:buChar char="•"/>
            </a:pPr>
            <a:r>
              <a:rPr b="0" i="0" lang="en" sz="1250" u="none" cap="none" strike="noStrike">
                <a:solidFill>
                  <a:srgbClr val="333333"/>
                </a:solidFill>
                <a:latin typeface="Arial"/>
                <a:ea typeface="Arial"/>
                <a:cs typeface="Arial"/>
                <a:sym typeface="Arial"/>
              </a:rPr>
              <a:t>Before any network: five losses optimised directly, pixel by pixel, on 4 timestamps, each compared with BP.</a:t>
            </a:r>
            <a:endParaRPr/>
          </a:p>
          <a:p>
            <a:pPr indent="-182880" lvl="0" marL="182880" marR="0" rtl="0" algn="l">
              <a:lnSpc>
                <a:spcPct val="100000"/>
              </a:lnSpc>
              <a:spcBef>
                <a:spcPts val="500"/>
              </a:spcBef>
              <a:spcAft>
                <a:spcPts val="0"/>
              </a:spcAft>
              <a:buClr>
                <a:srgbClr val="333333"/>
              </a:buClr>
              <a:buSzPts val="1250"/>
              <a:buFont typeface="Arial"/>
              <a:buChar char="•"/>
            </a:pPr>
            <a:r>
              <a:rPr b="0" i="0" lang="en" sz="1250" u="none" cap="none" strike="noStrike">
                <a:solidFill>
                  <a:srgbClr val="333333"/>
                </a:solidFill>
                <a:latin typeface="Arial"/>
                <a:ea typeface="Arial"/>
                <a:cs typeface="Arial"/>
                <a:sym typeface="Arial"/>
              </a:rPr>
              <a:t>Fit-only losses (χ² + smoothness, max entropy, Tikhonov) reconstruct AIA ~12x better than BP, yet land ~5x further from its DEM.</a:t>
            </a:r>
            <a:endParaRPr/>
          </a:p>
          <a:p>
            <a:pPr indent="-182880" lvl="0" marL="182880" marR="0" rtl="0" algn="l">
              <a:lnSpc>
                <a:spcPct val="100000"/>
              </a:lnSpc>
              <a:spcBef>
                <a:spcPts val="500"/>
              </a:spcBef>
              <a:spcAft>
                <a:spcPts val="0"/>
              </a:spcAft>
              <a:buClr>
                <a:srgbClr val="333333"/>
              </a:buClr>
              <a:buSzPts val="1250"/>
              <a:buFont typeface="Arial"/>
              <a:buChar char="•"/>
            </a:pPr>
            <a:r>
              <a:rPr b="0" i="0" lang="en" sz="1250" u="none" cap="none" strike="noStrike">
                <a:solidFill>
                  <a:srgbClr val="333333"/>
                </a:solidFill>
                <a:latin typeface="Arial"/>
                <a:ea typeface="Arial"/>
                <a:cs typeface="Arial"/>
                <a:sym typeface="Arial"/>
              </a:rPr>
              <a:t>BP's own terms (noise band + L1) land on BP's DEM: MAE 0.03 vs 0.18–0.20.</a:t>
            </a:r>
            <a:endParaRPr/>
          </a:p>
        </p:txBody>
      </p:sp>
      <p:pic>
        <p:nvPicPr>
          <p:cNvPr descr="loss_pixels.png" id="240" name="Google Shape;240;p38"/>
          <p:cNvPicPr preferRelativeResize="0"/>
          <p:nvPr/>
        </p:nvPicPr>
        <p:blipFill rotWithShape="1">
          <a:blip r:embed="rId3">
            <a:alphaModFix/>
          </a:blip>
          <a:srcRect b="0" l="0" r="0" t="0"/>
          <a:stretch/>
        </p:blipFill>
        <p:spPr>
          <a:xfrm>
            <a:off x="365760" y="1949398"/>
            <a:ext cx="8412480" cy="1807060"/>
          </a:xfrm>
          <a:prstGeom prst="rect">
            <a:avLst/>
          </a:prstGeom>
          <a:noFill/>
          <a:ln>
            <a:noFill/>
          </a:ln>
        </p:spPr>
      </p:pic>
      <p:sp>
        <p:nvSpPr>
          <p:cNvPr id="241" name="Google Shape;241;p38"/>
          <p:cNvSpPr txBox="1"/>
          <p:nvPr/>
        </p:nvSpPr>
        <p:spPr>
          <a:xfrm>
            <a:off x="365760" y="3794760"/>
            <a:ext cx="84124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 sz="950" u="none" cap="none" strike="noStrike">
                <a:solidFill>
                  <a:srgbClr val="6B6B6B"/>
                </a:solidFill>
                <a:latin typeface="Arial"/>
                <a:ea typeface="Arial"/>
                <a:cs typeface="Arial"/>
                <a:sym typeface="Arial"/>
              </a:rPr>
              <a:t>Two example pixels; BP in black. Legend MAE is AIA reconstruction error.</a:t>
            </a:r>
            <a:endParaRPr/>
          </a:p>
        </p:txBody>
      </p:sp>
      <p:sp>
        <p:nvSpPr>
          <p:cNvPr id="242" name="Google Shape;242;p38"/>
          <p:cNvSpPr txBox="1"/>
          <p:nvPr/>
        </p:nvSpPr>
        <p:spPr>
          <a:xfrm>
            <a:off x="365760" y="4114800"/>
            <a:ext cx="84124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1250" u="none" cap="none" strike="noStrike">
                <a:solidFill>
                  <a:srgbClr val="57068C"/>
                </a:solidFill>
                <a:latin typeface="Arial"/>
                <a:ea typeface="Arial"/>
                <a:cs typeface="Arial"/>
                <a:sym typeface="Arial"/>
              </a:rPr>
              <a:t>So the network has to train on the solver's objective, not on fit.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NYU Elegant">
  <a:themeElements>
    <a:clrScheme name="Simple Light">
      <a:dk1>
        <a:srgbClr val="57068C"/>
      </a:dk1>
      <a:lt1>
        <a:srgbClr val="FFFFFF"/>
      </a:lt1>
      <a:dk2>
        <a:srgbClr val="333333"/>
      </a:dk2>
      <a:lt2>
        <a:srgbClr val="E3DFE9"/>
      </a:lt2>
      <a:accent1>
        <a:srgbClr val="9A6ABA"/>
      </a:accent1>
      <a:accent2>
        <a:srgbClr val="330662"/>
      </a:accent2>
      <a:accent3>
        <a:srgbClr val="007E8A"/>
      </a:accent3>
      <a:accent4>
        <a:srgbClr val="E97300"/>
      </a:accent4>
      <a:accent5>
        <a:srgbClr val="799A05"/>
      </a:accent5>
      <a:accent6>
        <a:srgbClr val="C50F3C"/>
      </a:accent6>
      <a:hlink>
        <a:srgbClr val="5706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